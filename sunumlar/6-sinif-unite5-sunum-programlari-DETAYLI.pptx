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🎨 GÖRSELLEŞTİRME ÖNERİLERİ:</a:t>
            </a:r>
          </a:p>
          <a:p/>
          <a:p>
            <a:r>
              <a:t>📸 Görsel: CPU, RAM ve anakart fotoğrafları</a:t>
            </a:r>
          </a:p>
          <a:p>
            <a:r>
              <a:t>🎬 Video: Bilgisayar donanımı tanıtım videosu (1-2 dk)</a:t>
            </a:r>
          </a:p>
          <a:p>
            <a:r>
              <a:t>💡 İnfografik: Bilgisayar bileşenleri şeması</a:t>
            </a:r>
          </a:p>
          <a:p>
            <a:r>
              <a:t>📸 Görsel: Scratch arayüzü ekran görüntüsü</a:t>
            </a:r>
          </a:p>
          <a:p>
            <a:r>
              <a:t>🎬 Video: Scratch ile basit oyun yapımı (3-5 dk)</a:t>
            </a:r>
          </a:p>
          <a:p>
            <a:r>
              <a:t>💡 Ekran kaydı: Adım adım Scratch projesi</a:t>
            </a:r>
          </a:p>
          <a:p>
            <a:r>
              <a:t>📸 Görsel: Koşullu yapılar akış diyagramı</a:t>
            </a:r>
          </a:p>
          <a:p>
            <a:r>
              <a:t>🎬 Video: Koşullu ifadeler Scratch'te</a:t>
            </a:r>
          </a:p>
          <a:p>
            <a:r>
              <a:t>📸 Görsel: PowerPoint arayüzü ve araçları</a:t>
            </a:r>
          </a:p>
          <a:p>
            <a:r>
              <a:t>🎬 Video: Etkili sunum hazırlama ipuçları</a:t>
            </a:r>
          </a:p>
          <a:p>
            <a:r>
              <a:t>💡 Ekran kaydı: PowerPoint temel özellikler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🎨 GÖRSELLEŞTİRME ÖNERİLERİ:</a:t>
            </a:r>
          </a:p>
          <a:p/>
          <a:p>
            <a:r>
              <a:t>📸 Görsel: CPU, RAM ve anakart fotoğrafları</a:t>
            </a:r>
          </a:p>
          <a:p>
            <a:r>
              <a:t>🎬 Video: Bilgisayar donanımı tanıtım videosu (1-2 dk)</a:t>
            </a:r>
          </a:p>
          <a:p>
            <a:r>
              <a:t>💡 İnfografik: Bilgisayar bileşenleri şeması</a:t>
            </a:r>
          </a:p>
          <a:p>
            <a:r>
              <a:t>📸 Görsel: Scratch arayüzü ekran görüntüsü</a:t>
            </a:r>
          </a:p>
          <a:p>
            <a:r>
              <a:t>🎬 Video: Scratch ile basit oyun yapımı (3-5 dk)</a:t>
            </a:r>
          </a:p>
          <a:p>
            <a:r>
              <a:t>💡 Ekran kaydı: Adım adım Scratch projesi</a:t>
            </a:r>
          </a:p>
          <a:p>
            <a:r>
              <a:t>📸 Görsel: Temel tasarım prensipleri</a:t>
            </a:r>
          </a:p>
          <a:p>
            <a:r>
              <a:t>🎬 Video: Dijital tasarıma giriş</a:t>
            </a:r>
          </a:p>
          <a:p>
            <a:r>
              <a:t>💡 İnfografik: Renk teorisi ve uyumu</a:t>
            </a:r>
          </a:p>
          <a:p>
            <a:r>
              <a:t>📸 Görsel: PowerPoint arayüzü ve araçları</a:t>
            </a:r>
          </a:p>
          <a:p>
            <a:r>
              <a:t>🎬 Video: Etkili sunum hazırlama ipuçları</a:t>
            </a:r>
          </a:p>
          <a:p>
            <a:r>
              <a:t>💡 Ekran kaydı: PowerPoint temel özellikler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🎨 GÖRSELLEŞTİRME ÖNERİLERİ:</a:t>
            </a:r>
          </a:p>
          <a:p/>
          <a:p>
            <a:r>
              <a:t>📸 Görsel: CPU, RAM ve anakart fotoğrafları</a:t>
            </a:r>
          </a:p>
          <a:p>
            <a:r>
              <a:t>🎬 Video: Bilgisayar donanımı tanıtım videosu (1-2 dk)</a:t>
            </a:r>
          </a:p>
          <a:p>
            <a:r>
              <a:t>💡 İnfografik: Bilgisayar bileşenleri şeması</a:t>
            </a:r>
          </a:p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Scratch arayüzü ekran görüntüsü</a:t>
            </a:r>
          </a:p>
          <a:p>
            <a:r>
              <a:t>🎬 Video: Scratch ile basit oyun yapımı (3-5 dk)</a:t>
            </a:r>
          </a:p>
          <a:p>
            <a:r>
              <a:t>💡 Ekran kaydı: Adım adım Scratch projesi</a:t>
            </a:r>
          </a:p>
          <a:p>
            <a:r>
              <a:t>📸 Görsel: PowerPoint arayüzü ve araçları</a:t>
            </a:r>
          </a:p>
          <a:p>
            <a:r>
              <a:t>🎬 Video: Etkili sunum hazırlama ipuçları</a:t>
            </a:r>
          </a:p>
          <a:p>
            <a:r>
              <a:t>💡 Ekran kaydı: PowerPoint temel özellikler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Telif hakları sembolleri (©, ®, ™)</a:t>
            </a:r>
          </a:p>
          <a:p>
            <a:r>
              <a:t>🎬 Video: Dijital etik ve telif hakları</a:t>
            </a:r>
          </a:p>
          <a:p>
            <a:r>
              <a:t>💡 İnfografik: Lisans türleri karşılaştırması</a:t>
            </a:r>
          </a:p>
          <a:p>
            <a:r>
              <a:t>📸 Görsel: Koşullu yapılar akış diyagramı</a:t>
            </a:r>
          </a:p>
          <a:p>
            <a:r>
              <a:t>🎬 Video: Koşullu ifadeler Scratch'te</a:t>
            </a:r>
          </a:p>
          <a:p>
            <a:r>
              <a:t>📸 Görsel: Temel tasarım prensipleri</a:t>
            </a:r>
          </a:p>
          <a:p>
            <a:r>
              <a:t>🎬 Video: Dijital tasarıma giriş</a:t>
            </a:r>
          </a:p>
          <a:p>
            <a:r>
              <a:t>💡 İnfografik: Renk teorisi ve uyumu</a:t>
            </a:r>
          </a:p>
          <a:p>
            <a:r>
              <a:t>📸 Görsel: PowerPoint arayüzü ve araçları</a:t>
            </a:r>
          </a:p>
          <a:p>
            <a:r>
              <a:t>🎬 Video: Etkili sunum hazırlama ipuçları</a:t>
            </a:r>
          </a:p>
          <a:p>
            <a:r>
              <a:t>💡 Ekran kaydı: PowerPoint temel özellikler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Temel tasarım prensipleri</a:t>
            </a:r>
          </a:p>
          <a:p>
            <a:r>
              <a:t>🎬 Video: Dijital tasarıma giriş</a:t>
            </a:r>
          </a:p>
          <a:p>
            <a:r>
              <a:t>💡 İnfografik: Renk teorisi ve uyumu</a:t>
            </a:r>
          </a:p>
          <a:p>
            <a:r>
              <a:t>📸 Görsel: PowerPoint arayüzü ve araçları</a:t>
            </a:r>
          </a:p>
          <a:p>
            <a:r>
              <a:t>🎬 Video: Etkili sunum hazırlama ipuçları</a:t>
            </a:r>
          </a:p>
          <a:p>
            <a:r>
              <a:t>💡 Ekran kaydı: PowerPoint temel özellikler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PowerPoint arayüzü ve araçları</a:t>
            </a:r>
          </a:p>
          <a:p>
            <a:r>
              <a:t>🎬 Video: Etkili sunum hazırlama ipuçları</a:t>
            </a:r>
          </a:p>
          <a:p>
            <a:r>
              <a:t>💡 Ekran kaydı: PowerPoint temel özellikler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PowerPoint arayüzü ve araçları</a:t>
            </a:r>
          </a:p>
          <a:p>
            <a:r>
              <a:t>🎬 Video: Etkili sunum hazırlama ipuçları</a:t>
            </a:r>
          </a:p>
          <a:p>
            <a:r>
              <a:t>💡 Ekran kaydı: PowerPoint temel özellikler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🎨 GÖRSELLEŞTİRME ÖNERİLERİ:</a:t>
            </a:r>
          </a:p>
          <a:p/>
          <a:p>
            <a:r>
              <a:t>📸 Görsel: CPU, RAM ve anakart fotoğrafları</a:t>
            </a:r>
          </a:p>
          <a:p>
            <a:r>
              <a:t>🎬 Video: Bilgisayar donanımı tanıtım videosu (1-2 dk)</a:t>
            </a:r>
          </a:p>
          <a:p>
            <a:r>
              <a:t>💡 İnfografik: Bilgisayar bileşenleri şeması</a:t>
            </a:r>
          </a:p>
          <a:p>
            <a:r>
              <a:t>📸 Görsel: Scratch arayüzü ekran görüntüsü</a:t>
            </a:r>
          </a:p>
          <a:p>
            <a:r>
              <a:t>🎬 Video: Scratch ile basit oyun yapımı (3-5 dk)</a:t>
            </a:r>
          </a:p>
          <a:p>
            <a:r>
              <a:t>💡 Ekran kaydı: Adım adım Scratch projesi</a:t>
            </a:r>
          </a:p>
          <a:p>
            <a:r>
              <a:t>📸 Görsel: Temel tasarım prensipleri</a:t>
            </a:r>
          </a:p>
          <a:p>
            <a:r>
              <a:t>🎬 Video: Dijital tasarıma giriş</a:t>
            </a:r>
          </a:p>
          <a:p>
            <a:r>
              <a:t>💡 İnfografik: Renk teorisi ve uyumu</a:t>
            </a:r>
          </a:p>
          <a:p>
            <a:r>
              <a:t>📸 Görsel: PowerPoint arayüzü ve araçları</a:t>
            </a:r>
          </a:p>
          <a:p>
            <a:r>
              <a:t>🎬 Video: Etkili sunum hazırlama ipuçları</a:t>
            </a:r>
          </a:p>
          <a:p>
            <a:r>
              <a:t>💡 Ekran kaydı: PowerPoint temel özellikler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64BA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6. SINIF - ÜNİTE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Sunum Programları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764BA2"/>
                </a:solidFill>
              </a:defRPr>
            </a:pPr>
            <a:r>
              <a:t>📚 Ünitenin Konuları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900"/>
            </a:pPr>
            <a:r>
              <a:t>Bu ünitede neler öğreneceğiz?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t>✅ 1. Sunum Programları Nedir?</a:t>
            </a:r>
          </a:p>
          <a:p>
            <a:pPr>
              <a:spcAft>
                <a:spcPts val="1000"/>
              </a:spcAft>
              <a:defRPr sz="1900"/>
            </a:pPr>
            <a:r>
              <a:t>✅ 2. PowerPoint / Google Slides</a:t>
            </a:r>
          </a:p>
          <a:p>
            <a:pPr>
              <a:spcAft>
                <a:spcPts val="1000"/>
              </a:spcAft>
              <a:defRPr sz="1900"/>
            </a:pPr>
            <a:r>
              <a:t>✅ 3. Slayt Tasarımı</a:t>
            </a:r>
          </a:p>
          <a:p>
            <a:pPr>
              <a:spcAft>
                <a:spcPts val="1000"/>
              </a:spcAft>
              <a:defRPr sz="1900"/>
            </a:pPr>
            <a:r>
              <a:t>✅ 4. Metin ve Görsel Ekleme</a:t>
            </a:r>
          </a:p>
          <a:p>
            <a:pPr>
              <a:spcAft>
                <a:spcPts val="1000"/>
              </a:spcAft>
              <a:defRPr sz="1900"/>
            </a:pPr>
            <a:r>
              <a:t>✅ 5. Animasyonlar</a:t>
            </a:r>
          </a:p>
          <a:p>
            <a:pPr>
              <a:spcAft>
                <a:spcPts val="1000"/>
              </a:spcAft>
              <a:defRPr sz="1900"/>
            </a:pPr>
            <a:r>
              <a:t>✅ 6. Geçiş Efektleri</a:t>
            </a:r>
          </a:p>
          <a:p>
            <a:pPr>
              <a:spcAft>
                <a:spcPts val="1000"/>
              </a:spcAft>
              <a:defRPr sz="1900"/>
            </a:pPr>
            <a:r>
              <a:t>✅ 7. Multimedya Ekleme (Video, Ses)</a:t>
            </a:r>
          </a:p>
          <a:p>
            <a:pPr>
              <a:spcAft>
                <a:spcPts val="1000"/>
              </a:spcAft>
              <a:defRPr sz="1900"/>
            </a:pPr>
            <a:r>
              <a:t>✅ 8. Sunum Hazırlama İpuçları</a:t>
            </a:r>
          </a:p>
          <a:p>
            <a:pPr>
              <a:spcAft>
                <a:spcPts val="1000"/>
              </a:spcAft>
              <a:defRPr sz="1900"/>
            </a:pPr>
            <a:r>
              <a:t>✅ 9. Etkili Sunum Yapma</a:t>
            </a:r>
          </a:p>
          <a:p>
            <a:pPr>
              <a:spcAft>
                <a:spcPts val="1000"/>
              </a:spcAft>
              <a:defRPr sz="1900"/>
            </a:pPr>
            <a:r>
              <a:t>✅ 10. Proje: Araştırma Sunumu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t>⏰ Süre: 3 Hafta</a:t>
            </a:r>
          </a:p>
          <a:p>
            <a:pPr>
              <a:spcAft>
                <a:spcPts val="1000"/>
              </a:spcAft>
              <a:defRPr sz="1900"/>
            </a:pPr>
            <a:r>
              <a:t>🎯 Amaç: Etkili sunumlar hazırlamak!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764BA2"/>
                </a:solidFill>
              </a:defRPr>
            </a:pPr>
            <a:r>
              <a:t>🎬 Sunum Programı Nedir?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900"/>
            </a:pPr>
            <a:r>
              <a:t>Sunum programı = Görsel sunumlar hazırlama aracı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t>✅ Popüler Programlar:</a:t>
            </a:r>
          </a:p>
          <a:p>
            <a:pPr lvl="1">
              <a:spcAft>
                <a:spcPts val="1000"/>
              </a:spcAft>
              <a:defRPr sz="1700"/>
            </a:pPr>
            <a:r>
              <a:t>    • Microsoft PowerPoint (ücretli)</a:t>
            </a:r>
          </a:p>
          <a:p>
            <a:pPr lvl="1">
              <a:spcAft>
                <a:spcPts val="1000"/>
              </a:spcAft>
              <a:defRPr sz="1700"/>
            </a:pPr>
            <a:r>
              <a:t>    • Google Slides (ücretsiz)</a:t>
            </a:r>
          </a:p>
          <a:p>
            <a:pPr lvl="1">
              <a:spcAft>
                <a:spcPts val="1000"/>
              </a:spcAft>
              <a:defRPr sz="1700"/>
            </a:pPr>
            <a:r>
              <a:t>    • Canva (online)</a:t>
            </a:r>
          </a:p>
          <a:p>
            <a:pPr lvl="1">
              <a:spcAft>
                <a:spcPts val="1000"/>
              </a:spcAft>
              <a:defRPr sz="1700"/>
            </a:pPr>
            <a:r>
              <a:t>    • Prezi (farklı format)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t>📌 Ne İçin Kullanılır?</a:t>
            </a:r>
          </a:p>
          <a:p>
            <a:pPr lvl="1">
              <a:spcAft>
                <a:spcPts val="1000"/>
              </a:spcAft>
              <a:defRPr sz="1700"/>
            </a:pPr>
            <a:r>
              <a:t>    • Ders sunumları</a:t>
            </a:r>
          </a:p>
          <a:p>
            <a:pPr lvl="1">
              <a:spcAft>
                <a:spcPts val="1000"/>
              </a:spcAft>
              <a:defRPr sz="1700"/>
            </a:pPr>
            <a:r>
              <a:t>    • Proje tanıtımı</a:t>
            </a:r>
          </a:p>
          <a:p>
            <a:pPr lvl="1">
              <a:spcAft>
                <a:spcPts val="1000"/>
              </a:spcAft>
              <a:defRPr sz="1700"/>
            </a:pPr>
            <a:r>
              <a:t>    • Rapor sunumu</a:t>
            </a:r>
          </a:p>
          <a:p>
            <a:pPr lvl="1">
              <a:spcAft>
                <a:spcPts val="1000"/>
              </a:spcAft>
              <a:defRPr sz="1700"/>
            </a:pPr>
            <a:r>
              <a:t>    • Eğitim materyali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t>💡 İyi bir sunum:</a:t>
            </a:r>
          </a:p>
          <a:p>
            <a:pPr lvl="1">
              <a:spcAft>
                <a:spcPts val="1000"/>
              </a:spcAft>
              <a:defRPr sz="1700"/>
            </a:pPr>
            <a:r>
              <a:t>    • Görsel</a:t>
            </a:r>
          </a:p>
          <a:p>
            <a:pPr lvl="1">
              <a:spcAft>
                <a:spcPts val="1000"/>
              </a:spcAft>
              <a:defRPr sz="1700"/>
            </a:pPr>
            <a:r>
              <a:t>    • Net</a:t>
            </a:r>
          </a:p>
          <a:p>
            <a:pPr lvl="1">
              <a:spcAft>
                <a:spcPts val="1000"/>
              </a:spcAft>
              <a:defRPr sz="1700"/>
            </a:pPr>
            <a:r>
              <a:t>    • Özlü</a:t>
            </a:r>
          </a:p>
          <a:p>
            <a:pPr lvl="1">
              <a:spcAft>
                <a:spcPts val="1000"/>
              </a:spcAft>
              <a:defRPr sz="1700"/>
            </a:pPr>
            <a:r>
              <a:t>    • Etkili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764BA2"/>
                </a:solidFill>
              </a:defRPr>
            </a:pPr>
            <a:r>
              <a:t>🎨 Slayt Tasarımı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900"/>
            </a:pPr>
            <a:r>
              <a:rPr sz="1600"/>
              <a:t>Güzel ve etkili slayt nasıl olur?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600"/>
              <a:t>✅ Tasarım İlkeleri: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600"/>
              <a:t>🎯 Basitlik: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Her slayt 1 ana fikir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Çok metin kullanma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Boşluk bırak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600"/>
              <a:t>🌈 Renk Uyumu: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3-4 renk kullan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Kontrast önemli (açık arka plan + koyu metin)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600"/>
              <a:t>🔤 Yazı Tipi: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Okunabilir fontlar (Arial, Calibri)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Başlık: 28-44 pt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Metin: 18-24 pt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600"/>
              <a:t>🖼️ Görseller: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Yüksek çözünürlük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Konuyla ilgili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Telif haklarına dikkat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600"/>
              <a:t>💡 6-6 Kuralı:</a:t>
            </a:r>
          </a:p>
          <a:p>
            <a:pPr>
              <a:spcAft>
                <a:spcPts val="1000"/>
              </a:spcAft>
              <a:defRPr sz="1900"/>
            </a:pPr>
            <a:r>
              <a:rPr sz="1600"/>
              <a:t>Slayt başına 6 madde, madde başına 6 kelime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764BA2"/>
                </a:solidFill>
              </a:defRPr>
            </a:pPr>
            <a:r>
              <a:t>✨ Animasyonlar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900"/>
            </a:pPr>
            <a:r>
              <a:t>Slaytları canlı hale getir!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t>✅ Animasyon Türleri: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t>🎬 Giriş Animasyonları:</a:t>
            </a:r>
          </a:p>
          <a:p>
            <a:pPr lvl="1">
              <a:spcAft>
                <a:spcPts val="1000"/>
              </a:spcAft>
              <a:defRPr sz="1700"/>
            </a:pPr>
            <a:r>
              <a:t>    • Belirme</a:t>
            </a:r>
          </a:p>
          <a:p>
            <a:pPr lvl="1">
              <a:spcAft>
                <a:spcPts val="1000"/>
              </a:spcAft>
              <a:defRPr sz="1700"/>
            </a:pPr>
            <a:r>
              <a:t>    • Uçarak gelme</a:t>
            </a:r>
          </a:p>
          <a:p>
            <a:pPr lvl="1">
              <a:spcAft>
                <a:spcPts val="1000"/>
              </a:spcAft>
              <a:defRPr sz="1700"/>
            </a:pPr>
            <a:r>
              <a:t>    • Kayarak gelme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t>🎭 Vurgu Animasyonları:</a:t>
            </a:r>
          </a:p>
          <a:p>
            <a:pPr lvl="1">
              <a:spcAft>
                <a:spcPts val="1000"/>
              </a:spcAft>
              <a:defRPr sz="1700"/>
            </a:pPr>
            <a:r>
              <a:t>    • Büyütme/Küçültme</a:t>
            </a:r>
          </a:p>
          <a:p>
            <a:pPr lvl="1">
              <a:spcAft>
                <a:spcPts val="1000"/>
              </a:spcAft>
              <a:defRPr sz="1700"/>
            </a:pPr>
            <a:r>
              <a:t>    • Döndürme</a:t>
            </a:r>
          </a:p>
          <a:p>
            <a:pPr lvl="1">
              <a:spcAft>
                <a:spcPts val="1000"/>
              </a:spcAft>
              <a:defRPr sz="1700"/>
            </a:pPr>
            <a:r>
              <a:t>    • Renk değişimi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t>🚀 Çıkış Animasyonları:</a:t>
            </a:r>
          </a:p>
          <a:p>
            <a:pPr lvl="1">
              <a:spcAft>
                <a:spcPts val="1000"/>
              </a:spcAft>
              <a:defRPr sz="1700"/>
            </a:pPr>
            <a:r>
              <a:t>    • Kaybolma</a:t>
            </a:r>
          </a:p>
          <a:p>
            <a:pPr lvl="1">
              <a:spcAft>
                <a:spcPts val="1000"/>
              </a:spcAft>
              <a:defRPr sz="1700"/>
            </a:pPr>
            <a:r>
              <a:t>    • Uçarak gitme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t>⏱️ Zamanlama:</a:t>
            </a:r>
          </a:p>
          <a:p>
            <a:pPr lvl="1">
              <a:spcAft>
                <a:spcPts val="1000"/>
              </a:spcAft>
              <a:defRPr sz="1700"/>
            </a:pPr>
            <a:r>
              <a:t>    • Otomatik (zaman ayarlı)</a:t>
            </a:r>
          </a:p>
          <a:p>
            <a:pPr lvl="1">
              <a:spcAft>
                <a:spcPts val="1000"/>
              </a:spcAft>
              <a:defRPr sz="1700"/>
            </a:pPr>
            <a:r>
              <a:t>    • Tıklama ile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t>⚠️ Dikkat:</a:t>
            </a:r>
          </a:p>
          <a:p>
            <a:pPr lvl="1">
              <a:spcAft>
                <a:spcPts val="1000"/>
              </a:spcAft>
              <a:defRPr sz="1700"/>
            </a:pPr>
            <a:r>
              <a:t>    • Fazla animasyon dikkat dağıtır</a:t>
            </a:r>
          </a:p>
          <a:p>
            <a:pPr lvl="1">
              <a:spcAft>
                <a:spcPts val="1000"/>
              </a:spcAft>
              <a:defRPr sz="1700"/>
            </a:pPr>
            <a:r>
              <a:t>    • Basit tutun</a:t>
            </a:r>
          </a:p>
          <a:p>
            <a:pPr lvl="1">
              <a:spcAft>
                <a:spcPts val="1000"/>
              </a:spcAft>
              <a:defRPr sz="1700"/>
            </a:pPr>
            <a:r>
              <a:t>    • Amaca uygun kullanın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764BA2"/>
                </a:solidFill>
              </a:defRPr>
            </a:pPr>
            <a:r>
              <a:t>🎬 Geçiş Efektleri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900"/>
            </a:pPr>
            <a:r>
              <a:t>Slaytlar arası geçişler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t>✅ Popüler Geçişler:</a:t>
            </a:r>
          </a:p>
          <a:p>
            <a:pPr lvl="1">
              <a:spcAft>
                <a:spcPts val="1000"/>
              </a:spcAft>
              <a:defRPr sz="1700"/>
            </a:pPr>
            <a:r>
              <a:t>    • Soldurma</a:t>
            </a:r>
          </a:p>
          <a:p>
            <a:pPr lvl="1">
              <a:spcAft>
                <a:spcPts val="1000"/>
              </a:spcAft>
              <a:defRPr sz="1700"/>
            </a:pPr>
            <a:r>
              <a:t>    • İtme</a:t>
            </a:r>
          </a:p>
          <a:p>
            <a:pPr lvl="1">
              <a:spcAft>
                <a:spcPts val="1000"/>
              </a:spcAft>
              <a:defRPr sz="1700"/>
            </a:pPr>
            <a:r>
              <a:t>    • Kapak açma</a:t>
            </a:r>
          </a:p>
          <a:p>
            <a:pPr lvl="1">
              <a:spcAft>
                <a:spcPts val="1000"/>
              </a:spcAft>
              <a:defRPr sz="1700"/>
            </a:pPr>
            <a:r>
              <a:t>    • Küp döndürme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t>✅ Geçiş Ayarları:</a:t>
            </a:r>
          </a:p>
          <a:p>
            <a:pPr lvl="1">
              <a:spcAft>
                <a:spcPts val="1000"/>
              </a:spcAft>
              <a:defRPr sz="1700"/>
            </a:pPr>
            <a:r>
              <a:t>    • Hız (yavaş, orta, hızlı)</a:t>
            </a:r>
          </a:p>
          <a:p>
            <a:pPr lvl="1">
              <a:spcAft>
                <a:spcPts val="1000"/>
              </a:spcAft>
              <a:defRPr sz="1700"/>
            </a:pPr>
            <a:r>
              <a:t>    • Yön</a:t>
            </a:r>
          </a:p>
          <a:p>
            <a:pPr lvl="1">
              <a:spcAft>
                <a:spcPts val="1000"/>
              </a:spcAft>
              <a:defRPr sz="1700"/>
            </a:pPr>
            <a:r>
              <a:t>    • Ses (genelde kullanılmaz)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t>💡 İyi Uygulama:</a:t>
            </a:r>
          </a:p>
          <a:p>
            <a:pPr lvl="1">
              <a:spcAft>
                <a:spcPts val="1000"/>
              </a:spcAft>
              <a:defRPr sz="1700"/>
            </a:pPr>
            <a:r>
              <a:t>    • Tüm slaytlarda aynı geçiş</a:t>
            </a:r>
          </a:p>
          <a:p>
            <a:pPr lvl="1">
              <a:spcAft>
                <a:spcPts val="1000"/>
              </a:spcAft>
              <a:defRPr sz="1700"/>
            </a:pPr>
            <a:r>
              <a:t>    • Basit geçiş seç</a:t>
            </a:r>
          </a:p>
          <a:p>
            <a:pPr lvl="1">
              <a:spcAft>
                <a:spcPts val="1000"/>
              </a:spcAft>
              <a:defRPr sz="1700"/>
            </a:pPr>
            <a:r>
              <a:t>    • Hız: Orta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t>⚠️ Kötü Uygulama:</a:t>
            </a:r>
          </a:p>
          <a:p>
            <a:pPr lvl="1">
              <a:spcAft>
                <a:spcPts val="1000"/>
              </a:spcAft>
              <a:defRPr sz="1700"/>
            </a:pPr>
            <a:r>
              <a:t>    • Her slayt farklı geçiş</a:t>
            </a:r>
          </a:p>
          <a:p>
            <a:pPr lvl="1">
              <a:spcAft>
                <a:spcPts val="1000"/>
              </a:spcAft>
              <a:defRPr sz="1700"/>
            </a:pPr>
            <a:r>
              <a:t>    • Çok hızlı veya çok yavaş</a:t>
            </a:r>
          </a:p>
          <a:p>
            <a:pPr lvl="1">
              <a:spcAft>
                <a:spcPts val="1000"/>
              </a:spcAft>
              <a:defRPr sz="1700"/>
            </a:pPr>
            <a:r>
              <a:t>    • Dikkat dağıtıcı efektler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764BA2"/>
                </a:solidFill>
              </a:defRPr>
            </a:pPr>
            <a:r>
              <a:t>🎤 Etkili Sunum Yapma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900"/>
            </a:pPr>
            <a:r>
              <a:rPr sz="1600"/>
              <a:t>Sunumu nasıl yapmalısın?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600"/>
              <a:t>✅ Sunum Öncesi: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Prova yap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Zamanını ölç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Ekipmanı kontrol et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600"/>
              <a:t>✅ Sunum Sırasında: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Göz teması kur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Net konuş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Slayta bakma, izleyicilere bak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Jestlerini kullan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Kendine güven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600"/>
              <a:t>✅ İçerik: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Giriş yap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Ana konuları sun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Özet yap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Sorular al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600"/>
              <a:t>💡 Altın Kural:</a:t>
            </a:r>
          </a:p>
          <a:p>
            <a:pPr>
              <a:spcAft>
                <a:spcPts val="1000"/>
              </a:spcAft>
              <a:defRPr sz="1900"/>
            </a:pPr>
            <a:r>
              <a:rPr sz="1600"/>
              <a:t>Slayt senin yardımcın, sen sunumu yapıyorsun!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600"/>
              <a:t>⚠️ Yapma: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Slaytı kelimesi kelimesine okuma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Hızlı konuşma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İzleyiciye sırt dönme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764BA2"/>
                </a:solidFill>
              </a:defRPr>
            </a:pPr>
            <a:r>
              <a:t>📝 Ünite Özeti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900"/>
            </a:pPr>
            <a:r>
              <a:t>Bu ünitede neler öğrendik?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t>✅ Sunum programları (PowerPoint, Google Slides)</a:t>
            </a:r>
          </a:p>
          <a:p>
            <a:pPr>
              <a:spcAft>
                <a:spcPts val="1000"/>
              </a:spcAft>
              <a:defRPr sz="1900"/>
            </a:pPr>
            <a:r>
              <a:t>✅ Slayt tasarımı ilkeleri</a:t>
            </a:r>
          </a:p>
          <a:p>
            <a:pPr>
              <a:spcAft>
                <a:spcPts val="1000"/>
              </a:spcAft>
              <a:defRPr sz="1900"/>
            </a:pPr>
            <a:r>
              <a:t>✅ Metin ve görsel ekleme</a:t>
            </a:r>
          </a:p>
          <a:p>
            <a:pPr>
              <a:spcAft>
                <a:spcPts val="1000"/>
              </a:spcAft>
              <a:defRPr sz="1900"/>
            </a:pPr>
            <a:r>
              <a:t>✅ Animasyonlar ve geçişler</a:t>
            </a:r>
          </a:p>
          <a:p>
            <a:pPr>
              <a:spcAft>
                <a:spcPts val="1000"/>
              </a:spcAft>
              <a:defRPr sz="1900"/>
            </a:pPr>
            <a:r>
              <a:t>✅ Multimedya ekleme</a:t>
            </a:r>
          </a:p>
          <a:p>
            <a:pPr>
              <a:spcAft>
                <a:spcPts val="1000"/>
              </a:spcAft>
              <a:defRPr sz="1900"/>
            </a:pPr>
            <a:r>
              <a:t>✅ Etkili sunum hazırlama</a:t>
            </a:r>
          </a:p>
          <a:p>
            <a:pPr>
              <a:spcAft>
                <a:spcPts val="1000"/>
              </a:spcAft>
              <a:defRPr sz="1900"/>
            </a:pPr>
            <a:r>
              <a:t>✅ Sunum yapma teknikleri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t>💡 Anahtar Mesaj:</a:t>
            </a:r>
          </a:p>
          <a:p>
            <a:pPr>
              <a:spcAft>
                <a:spcPts val="1000"/>
              </a:spcAft>
              <a:defRPr sz="1900"/>
            </a:pPr>
            <a:r>
              <a:t>Etkili sunum = Basit tasarım + İyi içerik + Kendine güven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t>🎯 Artık profesyonel sunumlar yapabilirsin!</a:t>
            </a:r>
          </a:p>
          <a:p>
            <a:pPr>
              <a:spcAft>
                <a:spcPts val="1000"/>
              </a:spcAft>
              <a:defRPr sz="1900"/>
            </a:pPr>
            <a:r>
              <a:t>🎤 Fikirlerini etkili bir şekilde anlatabilirsin!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