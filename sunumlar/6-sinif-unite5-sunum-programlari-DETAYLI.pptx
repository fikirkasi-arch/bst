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Sunum Programları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öğreneceğiz?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1. Sunum Programları Nedir?</a:t>
            </a:r>
          </a:p>
          <a:p>
            <a:pPr>
              <a:spcAft>
                <a:spcPts val="1000"/>
              </a:spcAft>
              <a:defRPr sz="1900"/>
            </a:pPr>
            <a:r>
              <a:t>✅ 2. PowerPoint / Google Slides</a:t>
            </a:r>
          </a:p>
          <a:p>
            <a:pPr>
              <a:spcAft>
                <a:spcPts val="1000"/>
              </a:spcAft>
              <a:defRPr sz="1900"/>
            </a:pPr>
            <a:r>
              <a:t>✅ 3. Slayt Tasarımı</a:t>
            </a:r>
          </a:p>
          <a:p>
            <a:pPr>
              <a:spcAft>
                <a:spcPts val="1000"/>
              </a:spcAft>
              <a:defRPr sz="1900"/>
            </a:pPr>
            <a:r>
              <a:t>✅ 4. Metin ve Görsel Ekleme</a:t>
            </a:r>
          </a:p>
          <a:p>
            <a:pPr>
              <a:spcAft>
                <a:spcPts val="1000"/>
              </a:spcAft>
              <a:defRPr sz="1900"/>
            </a:pPr>
            <a:r>
              <a:t>✅ 5. Animasyonlar</a:t>
            </a:r>
          </a:p>
          <a:p>
            <a:pPr>
              <a:spcAft>
                <a:spcPts val="1000"/>
              </a:spcAft>
              <a:defRPr sz="1900"/>
            </a:pPr>
            <a:r>
              <a:t>✅ 6. Geçiş Efektleri</a:t>
            </a:r>
          </a:p>
          <a:p>
            <a:pPr>
              <a:spcAft>
                <a:spcPts val="1000"/>
              </a:spcAft>
              <a:defRPr sz="1900"/>
            </a:pPr>
            <a:r>
              <a:t>✅ 7. Multimedya Ekleme (Video, Ses)</a:t>
            </a:r>
          </a:p>
          <a:p>
            <a:pPr>
              <a:spcAft>
                <a:spcPts val="1000"/>
              </a:spcAft>
              <a:defRPr sz="1900"/>
            </a:pPr>
            <a:r>
              <a:t>✅ 8. Sunum Hazırlama İpuçları</a:t>
            </a:r>
          </a:p>
          <a:p>
            <a:pPr>
              <a:spcAft>
                <a:spcPts val="1000"/>
              </a:spcAft>
              <a:defRPr sz="1900"/>
            </a:pPr>
            <a:r>
              <a:t>✅ 9. Etkili Sunum Yapma</a:t>
            </a:r>
          </a:p>
          <a:p>
            <a:pPr>
              <a:spcAft>
                <a:spcPts val="1000"/>
              </a:spcAft>
              <a:defRPr sz="1900"/>
            </a:pPr>
            <a:r>
              <a:t>✅ 10. Proje: Araştırma Sunumu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⏰ Süre: 3 Hafta</a:t>
            </a:r>
          </a:p>
          <a:p>
            <a:pPr>
              <a:spcAft>
                <a:spcPts val="1000"/>
              </a:spcAft>
              <a:defRPr sz="1900"/>
            </a:pPr>
            <a:r>
              <a:t>🎯 Amaç: Etkili sunumlar hazırlamak!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🎬 Sunum Programı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Sunum programı = Görsel sunumlar hazırlama aracı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Popüler Programlar: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Microsoft PowerPoint (ücretli)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Google Slides (ücretsiz)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Canva (online)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Prezi (farklı format)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Ne İçin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Ders sunumları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Proje tanıtımı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Rapor sunumu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Eğitim materyali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İyi bir sunum: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Görsel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Net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Özlü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Etkili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Slayt Tasarımı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Güzel ve etkili slayt nasıl olur?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Tasarım İlkeleri: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Basitlik: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Her slayt 1 ana fikir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Çok metin kullanma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Boşluk bırak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🌈 Renk Uyumu: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3-4 renk kullan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Kontrast önemli (açık arka plan + koyu metin)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🔤 Yazı Tipi: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Okunabilir fontlar (Arial, Calibri)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Başlık: 28-44 pt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Metin: 18-24 pt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🖼️ Görseller: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Yüksek çözünürlük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Konuyla ilgili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Telif haklarına dikkat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6-6 Kuralı:</a:t>
            </a:r>
          </a:p>
          <a:p>
            <a:pPr>
              <a:spcAft>
                <a:spcPts val="1000"/>
              </a:spcAft>
              <a:defRPr sz="1900"/>
            </a:pPr>
            <a:r>
              <a:t>Slayt başına 6 madde, madde başına 6 kelime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✨ Animasyonlar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Slaytları canlı hale getir!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Animasyon Türleri: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🎬 Giriş Animasyonları: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Belirme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Uçarak gelme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Kayarak gelme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🎭 Vurgu Animasyonları: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Büyütme/Küçültme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Döndürme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Renk değişimi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🚀 Çıkış Animasyonları: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Kaybolma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Uçarak gitme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⏱️ Zamanlama: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Otomatik (zaman ayarlı)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Tıklama ile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⚠️ Dikkat: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Fazla animasyon dikkat dağıtır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Basit tutun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Amaca uygun kullanın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🎬 Geçiş Efektleri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Slaytlar arası geçişler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Popüler Geçişler: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Soldurma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İtme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Kapak açma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Küp döndürme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Geçiş Ayarları: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Hız (yavaş, orta, hızlı)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Yön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(genelde kullanılmaz)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İyi Uygulama: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Tüm slaytlarda aynı geçiş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Basit geçiş seç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Hız: Orta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⚠️ Kötü Uygulama: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Her slayt farklı geçiş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Çok hızlı veya çok yavaş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Dikkat dağıtıcı efektler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🎤 Etkili Sunum Yapma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Sunumu nasıl yapmalısın?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Sunum Öncesi: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Prova yap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Zamanını ölç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Ekipmanı kontrol et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Sunum Sırasında: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Göz teması kur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Net konuş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Slayta bakma, izleyicilere bak</a:t>
            </a:r>
          </a:p>
          <a:p>
            <a:pPr lvl="1">
              <a:spcAft>
                <a:spcPts val="1000"/>
              </a:spcAft>
              <a:defRPr sz="1700"/>
            </a:pPr>
            <a:r>
              <a:t>    • Jestlerini kullan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Kendine güven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İçerik: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Giriş yap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Ana konuları sun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Özet yap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Sorular al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Altın Kural:</a:t>
            </a:r>
          </a:p>
          <a:p>
            <a:pPr>
              <a:spcAft>
                <a:spcPts val="1000"/>
              </a:spcAft>
              <a:defRPr sz="1900"/>
            </a:pPr>
            <a:r>
              <a:t>Slayt senin yardımcın, sen sunumu yapıyorsun!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⚠️ Yapma: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Slaytı kelimesi kelimesine okuma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Hızlı konuşma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İzleyiciye sırt dönme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öğrendik?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Sunum programları (PowerPoint, Google Slides)</a:t>
            </a:r>
          </a:p>
          <a:p>
            <a:pPr>
              <a:spcAft>
                <a:spcPts val="1000"/>
              </a:spcAft>
              <a:defRPr sz="1900"/>
            </a:pPr>
            <a:r>
              <a:t>✅ Slayt tasarımı ilkeleri</a:t>
            </a:r>
          </a:p>
          <a:p>
            <a:pPr>
              <a:spcAft>
                <a:spcPts val="1000"/>
              </a:spcAft>
              <a:defRPr sz="1900"/>
            </a:pPr>
            <a:r>
              <a:t>✅ Metin ve görsel ekleme</a:t>
            </a:r>
          </a:p>
          <a:p>
            <a:pPr>
              <a:spcAft>
                <a:spcPts val="1000"/>
              </a:spcAft>
              <a:defRPr sz="1900"/>
            </a:pPr>
            <a:r>
              <a:t>✅ Animasyonlar ve geçişler</a:t>
            </a:r>
          </a:p>
          <a:p>
            <a:pPr>
              <a:spcAft>
                <a:spcPts val="1000"/>
              </a:spcAft>
              <a:defRPr sz="1900"/>
            </a:pPr>
            <a:r>
              <a:t>✅ Multimedya ekleme</a:t>
            </a:r>
          </a:p>
          <a:p>
            <a:pPr>
              <a:spcAft>
                <a:spcPts val="1000"/>
              </a:spcAft>
              <a:defRPr sz="1900"/>
            </a:pPr>
            <a:r>
              <a:t>✅ Etkili sunum hazırlama</a:t>
            </a:r>
          </a:p>
          <a:p>
            <a:pPr>
              <a:spcAft>
                <a:spcPts val="1000"/>
              </a:spcAft>
              <a:defRPr sz="1900"/>
            </a:pPr>
            <a:r>
              <a:t>✅ Sunum yapma teknikleri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Anahtar Mesaj:</a:t>
            </a:r>
          </a:p>
          <a:p>
            <a:pPr>
              <a:spcAft>
                <a:spcPts val="1000"/>
              </a:spcAft>
              <a:defRPr sz="1900"/>
            </a:pPr>
            <a:r>
              <a:t>Etkili sunum = Basit tasarım + İyi içerik + Kendine güven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Artık profesyonel sunumlar yapabilirsin!</a:t>
            </a:r>
          </a:p>
          <a:p>
            <a:pPr>
              <a:spcAft>
                <a:spcPts val="1000"/>
              </a:spcAft>
              <a:defRPr sz="1900"/>
            </a:pPr>
            <a:r>
              <a:t>🎤 Fikirlerini etkili bir şekilde anlatabilirsin!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