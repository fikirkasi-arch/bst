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6. SINIF - 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Sunum Programları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1. Sunum Programları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2. PowerPoint / Google Slides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3. Slayt Tasarımı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4. Metin ve Görsel Ekleme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5. Animasyonlar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6. Geçiş Efektleri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7. Multimedya Ekleme (Video, Ses)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8. Sunum Hazırlama İpuçları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9. Etkili Sunum Yapma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10. Proje: Araştırma Sunumu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⏰ Süre: 3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Amaç: Etkili sunumlar hazırlamak!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🎬 Sunum Programı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Sunum programı = Görsel sunumlar hazırlama aracı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Popüler Programlar: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Microsoft PowerPoint (ücretli)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Google Slides (ücretsiz)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Canva (online)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Prezi (farklı format)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📌 Ne İçin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Ders sunumları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Proje tanıtımı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Rapor sunumu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Eğitim materyali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İyi bir sunum: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Görsel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Net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Özlü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Etkili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🎨 Slayt Tasarımı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Güzel ve etkili slayt nasıl olur?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Tasarım İlkeleri: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🎯 Basitlik: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Her slayt 1 ana fikir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Çok metin kullanma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Boşluk bırak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🌈 Renk Uyumu: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3-4 renk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Kontrast önemli (açık arka plan + koyu metin)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🔤 Yazı Tipi: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Okunabilir fontlar (Arial, Calibri)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Başlık: 28-44 pt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Metin: 18-24 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🖼️ Görseller: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Yüksek çözünürlük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Konuyla ilgili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Telif haklarına dikkat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6-6 Kuralı: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Slayt başına 6 madde, madde başına 6 kelime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✨ Animasyonlar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Slaytları canlı hale getir!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Animasyon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🎬 Giriş Animasyonları: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Belirme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Uçarak gelme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Kayarak gelme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🎭 Vurgu Animasyonları: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Büyütme/Küçültme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Döndürme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Renk değişimi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🚀 Çıkış Animasyonları: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Kaybolma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Uçarak gitme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⏱️ Zamanlama: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Otomatik (zaman ayarlı)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Tıklama ile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⚠️ Dikkat: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Fazla animasyon dikkat dağıtır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Basit tutun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Amaca uygun kullanın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🎬 Geçiş Efektleri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Slaytlar arası geçişler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Popüler Geçişler: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Soldurma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İtme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Kapak açma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Küp döndürme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Geçiş Ayarları: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Hız (yavaş, orta, hızlı)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Yön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Ses (genelde kullanılmaz)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İyi Uygulama: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Tüm slaytlarda aynı geçiş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Basit geçiş seç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Hız: Orta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⚠️ Kötü Uygulama: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Her slayt farklı geçiş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Çok hızlı veya çok yavaş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500"/>
              <a:t>    • Dikkat dağıtıcı efektler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🎤 Etkili Sunum Yapma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Sunumu nasıl yapmalısın?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Sunum Öncesi: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Prova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Zamanını ölç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Ekipmanı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Sunum Sırasında: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Göz teması kur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Net konuş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Slayta bakma, izleyicilere bak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Jestlerini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Kendine güven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✅ İçerik: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Giriş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Ana konuları sun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Özet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Sorular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💡 Altın Kural: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Slayt senin yardımcın, sen sunumu yapıyorsun!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400"/>
              <a:t>⚠️ Yapma: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Slaytı kelimesi kelimesine okuma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Hızlı konuşma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700"/>
            </a:pPr>
            <a:r>
              <a:rPr sz="1400"/>
              <a:t>    • İzleyiciye sırt dönme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Sunum programları (PowerPoint, Google Slides)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Slayt tasarımı ilkeleri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Metin ve görsel ekleme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Animasyonlar ve geçişler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Multimedya ekleme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Etkili sunum hazırlama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✅ Sunum yapma teknikleri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Etkili sunum = Basit tasarım + İyi içerik + Kendine güven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🎯 Artık profesyonel sunumlar yapabilirsin!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900"/>
            </a:pPr>
            <a:r>
              <a:rPr sz="1500"/>
              <a:t>🎤 Fikirlerini etkili bir şekilde anlatabilirsin!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