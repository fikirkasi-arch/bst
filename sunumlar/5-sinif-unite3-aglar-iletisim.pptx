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B4DC64"/>
                </a:solidFill>
              </a:defRPr>
            </a:pPr>
            <a:r>
              <a:t>ÜNİTE 3: AĞLAR VE İLETİŞİM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5. Sınıf - 3 Hafta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4DC64"/>
                </a:solidFill>
              </a:defRPr>
            </a:pPr>
            <a:r>
              <a:t>İnternet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İnternet nedir?</a:t>
            </a:r>
          </a:p>
          <a:p>
            <a:pPr>
              <a:defRPr sz="2000"/>
            </a:pPr>
            <a:r>
              <a:t>Tarayıcılar</a:t>
            </a:r>
          </a:p>
          <a:p>
            <a:pPr>
              <a:defRPr sz="2000"/>
            </a:pPr>
            <a:r>
              <a:t>Arama motorları</a:t>
            </a:r>
          </a:p>
          <a:p>
            <a:pPr>
              <a:defRPr sz="2000"/>
            </a:pPr>
            <a:r>
              <a:t>Güvenli internet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4DC64"/>
                </a:solidFill>
              </a:defRPr>
            </a:pPr>
            <a:r>
              <a:t>E-posta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E-posta kullanımı</a:t>
            </a:r>
          </a:p>
          <a:p>
            <a:pPr>
              <a:defRPr sz="2000"/>
            </a:pPr>
            <a:r>
              <a:t>E-posta etiği</a:t>
            </a:r>
          </a:p>
          <a:p>
            <a:pPr>
              <a:defRPr sz="2000"/>
            </a:pPr>
            <a:r>
              <a:t>Ek dosya gönderme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