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Değişken kavramı görselleştirmesi</a:t>
            </a:r>
          </a:p>
          <a:p>
            <a:r>
              <a:t>🎬 Video: Scratch'te değişken kullanımı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Döngü mantığı şeması</a:t>
            </a:r>
          </a:p>
          <a:p>
            <a:r>
              <a:t>🎬 Video: Döngüler Scratch'te nasıl kullanılır?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Çeşitli giriş aygıtları (klavye, fare, mikrofon, kamera)</a:t>
            </a:r>
          </a:p>
          <a:p>
            <a:r>
              <a:t>🎬 Video: Giriş aygıtlarının nasıl çalıştığını gösteren animasyon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Döngü mantığı şeması</a:t>
            </a:r>
          </a:p>
          <a:p>
            <a:r>
              <a:t>🎬 Video: Döngüler Scratch'te nasıl kullanılır?</a:t>
            </a:r>
          </a:p>
          <a:p>
            <a:r>
              <a:t>📸 Görsel: Paint araçları ekran görüntüsü</a:t>
            </a:r>
          </a:p>
          <a:p>
            <a:r>
              <a:t>🎬 Video: Paint ile basit çizim teknikleri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  <a:p>
            <a:r>
              <a:t>📸 Görsel: Değişken kavramı görselleştirmesi</a:t>
            </a:r>
          </a:p>
          <a:p>
            <a:r>
              <a:t>🎬 Video: Scratch'te değişken kullanımı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Paint araçları ekran görüntüsü</a:t>
            </a:r>
          </a:p>
          <a:p>
            <a:r>
              <a:t>🎬 Video: Paint ile basit çizim teknikleri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6. SINIF - ÜNİTE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Blok Tabanlı Programlama 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📚 Ünitenin Konuları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Bu ünitede neler öğreneceğiz? (İleri Seviye Scratch)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1. Klonlama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2. Mesajlaşma (Broadcast)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3. Kalem Uzantısı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4. Müzik Uzantısı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5. Video Algılama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6. Karmaşık Oyun Mekaniği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7. Yapay Zeka ile Scratch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8. Bulut Değişkenleri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9. Final Proje: Platform Oyunu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⏰ Süre: 8 Hafta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🎯 Amaç: Gelişmiş oyunlar programlamak!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👥 Klonlama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Klonlama = Sprite'ın kopyalarını oluşturma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✅ Neden Kullanılır?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Çok nesne oluşturmak (düşmanlar, mermiler)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Dinamik oyunlar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✅ Klonlama Blokları: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🔹 'Kendimin klonunu oluştur'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🔹 'Klon olarak başladığımda'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🔹 'Bu klonu sil'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📌 Örnek: Yıldız Yağmuru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[Yeşil bayrak]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[Sürekli tekrarla]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[Kendimin klonunu oluştur]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[1 saniye bekle]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[Klon olarak başladığımda]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[Rastgele x, y=180]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[y &lt; -180 olana kadar]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[y'yi 10 azalt]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[Bu klonu sil]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💡 Klonlar performans için önemli!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📡 Mesajlaşma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Sprite'lar arasında iletişim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✅ Mesaj Blokları: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'mesaj1 mesajını yayınla'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'mesaj1 mesajını aldığımda'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'mesaj1 yayınla ve bekle'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📌 Örnek: Oyun Başlatma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Buton Sprite: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[Bu sprite tıklandığında]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['OyunBasla' mesajını yayınla]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Oyuncu Sprite: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['OyunBasla' mesajını aldığında]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[Oyun kodları...]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Düşman Sprite: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['OyunBasla' mesajını aldığında]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[Hareket et...]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💡 Mesajlar koordinasyon sağlar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Tüm sprite'lar senkronize çalışır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🎨 Kalem Uzantısı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Çizim yapmak için uzantı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✅ Uzantı Ekleme: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Sol altta 'Uzantı Ekle'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Kalem'i seç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✅ Kalem Blokları: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'Hepsini temizle'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'Damga'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'Kalemi indir/kaldır'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'Kalem rengini ... yap'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'Kalem kalınlığını ... yap'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📌 Proje: Paint Uygulaması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[Sürekli tekrarla]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[Fare x, y'ye git]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[Eğer fare tıklandı ise]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    [Kalemi indir]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[Değilse]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    [Kalemi kaldır]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💡 Geometri çizim öğretimi için harika!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🎵 Müzik Uzantısı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Kendi müziğini yap!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Müzik Uzantısı: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Uzantı → Müzik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Müzik Blokları: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'Nota ... çal ...'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'Enstrümanı ... yap'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'Tempo ... yap'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'Davul ... çal'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📌 Basit Melodi: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[Do notasını 0.5 vuruş çal]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[Re notasını 0.5 vuruş çal]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[Mi notasını 0.5 vuruş çal]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[Do notasını 1 vuruş çal]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🎯 Proje Fikirleri: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Piyano uygulaması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Müzik kompozisyonu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500"/>
              <a:t>    • Ritim oyunu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💡 Müzik + Kodlama = Yaratıcılık!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🎮 Platform Oyunu Projesi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Final Proje: Kendi platform oyununu yap!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✅ Gereksinimler: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Oyuncu karakteri (zıplama, hareket)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Platformlar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Düşmanlar (AI)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Puanlama sistemi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Seviye tasarımı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Yer çekimi mekaniği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📌 Teknik Özellikler: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Klonlama kullan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Mesajlaşma kullan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Değişkenler (puan, can)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Çarpışma algılama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Ses efektleri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💡 Örnek Oyunlar: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Mario benzeri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Sonic benzeri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700"/>
            </a:pPr>
            <a:r>
              <a:rPr sz="1400"/>
              <a:t>    • Geometry Dash benzeri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400"/>
              <a:t>🎯 Bu proje tüm öğrendiklerini birleştiriyor!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📝 Ünite Özeti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Bu ünitede neler öğrendik?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Klonlama (çok nesne oluşturma)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Mesajlaşma (sprite iletişimi)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Kalem uzantısı (çizim)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Müzik uzantısı (melodi)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Video algılama (kamera)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Karmaşık oyun mekaniği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✅ Platform oyunu projesi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💡 Anahtar Mesaj: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Artık profesyonel seviye oyunlar yapabilirsin!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🎯 Scratch'in tüm özelliklerini öğrendin!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1900"/>
            </a:pPr>
            <a:r>
              <a:rPr sz="1500"/>
              <a:t>🚀 Sıra kendi büyük projendeartık!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