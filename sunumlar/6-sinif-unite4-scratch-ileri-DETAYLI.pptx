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Blok Tabanlı Programlama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öğreneceğiz? (İleri Seviye Scratch)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1. Klonlama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2. Mesajlaşma (Broadcast)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3. Kalem Uzantısı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4. Müzik Uzantısı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5. Video Algılama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6. Karmaşık Oyun Mekaniği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7. Yapay Zeka ile Scratch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8. Bulut Değişkenleri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9. Final Proje: Platform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⏰ Süre: 8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Amaç: Gelişmiş oyunlar programlamak!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👥 Klonlama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Klonlama = Sprite'ın kopyalarını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Neden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Çok nesne oluşturmak (düşmanlar, mermiler)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Dinamik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Klonlama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🔹 'Kendimin klonunu oluştur'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🔹 'Klon olarak başladığımda'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🔹 'Bu klonu sil'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Örnek: Yıldız Yağmuru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[Yeşil bayrak]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[Kendimin klonunu oluştur]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[1 saniye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[Klon olarak başladığımda]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[Rastgele x, y=180]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[y &lt; -180 olana kadar]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[y'yi 10 azalt]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[Bu klonu sil]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Klonlar performans için önemli!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📡 Mesajlaşma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Sprite'lar arasında iletişim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Mesaj Blokları: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'mesaj1 mesajını yayınla'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'mesaj1 mesajını aldığımda'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'mesaj1 yayınla ve bekle'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Örnek: Oyun Başlatma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Buton Sprite: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[Bu sprite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['OyunBasla' mesajını yayınla]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Oyuncu Sprite: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['OyunBasla' mesajını aldığında]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[Oyun kodları...]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Düşman Sprite: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['OyunBasla' mesajını aldığında]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[Hareket et...]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Mesajlar koordinasyon sağlar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Tüm sprite'lar senkronize çalışır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🎨 Kalem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Çizim yapmak için uzantı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Uzantı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Sol altta 'Uzantı Ekle'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Kalem'i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Kalem Blokları: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'Hepsini temizle'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'Damga'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'Kalemi indir/kaldır'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'Kalem rengini ... yap'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'Kalem kalınlığını ... yap'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Proje: Paint Uygulaması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[Fare x, y'ye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[Eğer fare tıklandı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indir]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Geometri çizim öğretimi için harika!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🎵 Müzik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Kendi müziğini yap!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Müzik Uzantısı: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Uzantı → Müzik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Müzik Blokları: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'Nota ... çal ...'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'Enstrümanı ... yap'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'Tempo ... yap'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'Davul ... çal'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Basit Melodi: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[Do notasını 0.5 vuruş çal]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[Re notasını 0.5 vuruş çal]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[Mi notasını 0.5 vuruş çal]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[Do notasını 1 vuruş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Proje Fikirleri: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Piyano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Müzik kompozisyonu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Ritim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Müzik + Kodlama = Yaratıcılık!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🎮 Platform Oyunu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Final Proje: Kendi platform oyununu yap!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Gereksinimler: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Oyuncu karakteri (zıplama, hareket)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Platformlar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Düşmanlar (AI)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Puanlama sistemi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Seviye tasarımı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Yer çekimi mekaniği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Teknik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Klonlama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Mesajlaşma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Değişkenler (puan, can)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Çarpışma algılama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Ses efektleri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Örnek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Mario benzeri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Sonic benzeri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Geometry Dash benzeri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🎯 Bu proje tüm öğrendiklerini birleştiriyor!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Klonlama (çok nesne oluşturma)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Mesajlaşma (sprite iletişimi)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Kalem uzantısı (çizim)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Müzik uzantısı (melodi)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Video algılama (kamera)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Karmaşık oyun mekaniği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Platform oyunu projesi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Artık profesyonel seviye oyunlar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Scratch'in tüm özelliklerini öğrendin!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🚀 Sıra kendi büyük projendeartık!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