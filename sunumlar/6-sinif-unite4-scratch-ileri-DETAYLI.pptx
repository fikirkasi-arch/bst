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Koşullu yapılar akış diyagramı</a:t>
            </a:r>
          </a:p>
          <a:p>
            <a:r>
              <a:t>🎬 Video: Koşullu ifadeler Scratch'te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CPU, RAM ve anakart fotoğrafları</a:t>
            </a:r>
          </a:p>
          <a:p>
            <a:r>
              <a:t>🎬 Video: Bilgisayar donanımı tanıtım videosu (1-2 dk)</a:t>
            </a:r>
          </a:p>
          <a:p>
            <a:r>
              <a:t>💡 İnfografik: Bilgisayar bileşenleri şeması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Çeşitli giriş aygıtları (klavye, fare, mikrofon, kamera)</a:t>
            </a:r>
          </a:p>
          <a:p>
            <a:r>
              <a:t>🎬 Video: Giriş aygıtlarının nasıl çalıştığını gösteren animasyon</a:t>
            </a:r>
          </a:p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Döngü mantığı şeması</a:t>
            </a:r>
          </a:p>
          <a:p>
            <a:r>
              <a:t>🎬 Video: Döngüler Scratch'te nasıl kullanılır?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LAN ve WAN ağ topolojileri şeması</a:t>
            </a:r>
          </a:p>
          <a:p>
            <a:r>
              <a:t>🎬 Video: İnternet nasıl çalışır? Animasyonlu anlatım</a:t>
            </a:r>
          </a:p>
          <a:p>
            <a:r>
              <a:t>💡 İnfografik: Ev ağı kurulumu diyagramı</a:t>
            </a:r>
          </a:p>
          <a:p>
            <a:r>
              <a:t>📸 Görsel: Yapay zeka uygulama örnekleri (Siri, Alexa, ChatGPT)</a:t>
            </a:r>
          </a:p>
          <a:p>
            <a:r>
              <a:t>🎬 Video: Yapay zeka nedir? Çocuklar için anlatım</a:t>
            </a:r>
          </a:p>
          <a:p>
            <a:r>
              <a:t>💡 İnfografik: AI kullanım alanları</a:t>
            </a:r>
          </a:p>
          <a:p>
            <a:r>
              <a:t>📸 Görsel: Değişken kavramı görselleştirmesi</a:t>
            </a:r>
          </a:p>
          <a:p>
            <a:r>
              <a:t>🎬 Video: Scratch'te değişken kullanımı</a:t>
            </a:r>
          </a:p>
          <a:p>
            <a:r>
              <a:t>📸 Görsel: Temel tasarım prensipleri</a:t>
            </a:r>
          </a:p>
          <a:p>
            <a:r>
              <a:t>🎬 Video: Dijital tasarıma giriş</a:t>
            </a:r>
          </a:p>
          <a:p>
            <a:r>
              <a:t>💡 İnfografik: Renk teorisi ve uyumu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🎨 GÖRSELLEŞTİRME ÖNERİLERİ:</a:t>
            </a:r>
          </a:p>
          <a:p/>
          <a:p>
            <a:r>
              <a:t>📸 Görsel: Scratch arayüzü ekran görüntüsü</a:t>
            </a:r>
          </a:p>
          <a:p>
            <a:r>
              <a:t>🎬 Video: Scratch ile basit oyun yapımı (3-5 dk)</a:t>
            </a:r>
          </a:p>
          <a:p>
            <a:r>
              <a:t>💡 Ekran kaydı: Adım adım Scratch projesi</a:t>
            </a:r>
          </a:p>
          <a:p>
            <a:r>
              <a:t>📸 Görsel: Paint araçları ekran görüntüsü</a:t>
            </a:r>
          </a:p>
          <a:p>
            <a:r>
              <a:t>🎬 Video: Paint ile basit çizim teknikleri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64BA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6. SINIF - ÜNİTE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Blok Tabanlı Programlama II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📚 Ünitenin Konuları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öğreneceğiz? (İleri Seviye Scratch)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1. Klonlama</a:t>
            </a:r>
          </a:p>
          <a:p>
            <a:pPr>
              <a:spcAft>
                <a:spcPts val="1000"/>
              </a:spcAft>
              <a:defRPr sz="1900"/>
            </a:pPr>
            <a:r>
              <a:t>✅ 2. Mesajlaşma (Broadcast)</a:t>
            </a:r>
          </a:p>
          <a:p>
            <a:pPr>
              <a:spcAft>
                <a:spcPts val="1000"/>
              </a:spcAft>
              <a:defRPr sz="1900"/>
            </a:pPr>
            <a:r>
              <a:t>✅ 3. Kalem Uzantısı</a:t>
            </a:r>
          </a:p>
          <a:p>
            <a:pPr>
              <a:spcAft>
                <a:spcPts val="1000"/>
              </a:spcAft>
              <a:defRPr sz="1900"/>
            </a:pPr>
            <a:r>
              <a:t>✅ 4. Müzik Uzantısı</a:t>
            </a:r>
          </a:p>
          <a:p>
            <a:pPr>
              <a:spcAft>
                <a:spcPts val="1000"/>
              </a:spcAft>
              <a:defRPr sz="1900"/>
            </a:pPr>
            <a:r>
              <a:t>✅ 5. Video Algılama</a:t>
            </a:r>
          </a:p>
          <a:p>
            <a:pPr>
              <a:spcAft>
                <a:spcPts val="1000"/>
              </a:spcAft>
              <a:defRPr sz="1900"/>
            </a:pPr>
            <a:r>
              <a:t>✅ 6. Karmaşık Oyun Mekaniği</a:t>
            </a:r>
          </a:p>
          <a:p>
            <a:pPr>
              <a:spcAft>
                <a:spcPts val="1000"/>
              </a:spcAft>
              <a:defRPr sz="1900"/>
            </a:pPr>
            <a:r>
              <a:t>✅ 7. Yapay Zeka ile Scratch</a:t>
            </a:r>
          </a:p>
          <a:p>
            <a:pPr>
              <a:spcAft>
                <a:spcPts val="1000"/>
              </a:spcAft>
              <a:defRPr sz="1900"/>
            </a:pPr>
            <a:r>
              <a:t>✅ 8. Bulut Değişkenleri</a:t>
            </a:r>
          </a:p>
          <a:p>
            <a:pPr>
              <a:spcAft>
                <a:spcPts val="1000"/>
              </a:spcAft>
              <a:defRPr sz="1900"/>
            </a:pPr>
            <a:r>
              <a:t>✅ 9. Final Proje: Platform Oyunu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⏰ Süre: 8 Hafta</a:t>
            </a:r>
          </a:p>
          <a:p>
            <a:pPr>
              <a:spcAft>
                <a:spcPts val="1000"/>
              </a:spcAft>
              <a:defRPr sz="1900"/>
            </a:pPr>
            <a:r>
              <a:t>🎯 Amaç: Gelişmiş oyunlar programlamak!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👥 Klonlama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Klonlama = Sprite'ın kopyalarını oluşturma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Neden Kullanılır?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Çok nesne oluşturmak (düşmanlar, mermiler)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Dinamik oyunlar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Klonlama Blokları: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🔹 'Kendimin klonunu oluştur'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🔹 'Klon olarak başladığımda'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🔹 'Bu klonu sil'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📌 Örnek: Yıldız Yağmuru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[Yeşil bayrak]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[Kendimin klonunu oluştur]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[1 saniye bekle]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[Klon olarak başladığımda]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[Rastgele x, y=180]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[y &lt; -180 olana kadar]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[y'yi 10 azalt]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[Bu klonu sil]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Klonlar performans için önemli!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📡 Mesajlaşma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Sprite'lar arasında iletişim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Mesaj Blokları: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'mesaj1 mesajını yayınla'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'mesaj1 mesajını aldığımda'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'mesaj1 yayınla ve bekle'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📌 Örnek: Oyun Başlatma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Buton Sprite: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[Bu sprite tıklandığında]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['OyunBasla' mesajını yayınla]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Oyuncu Sprite: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['OyunBasla' mesajını aldığında]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[Oyun kodları...]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Düşman Sprite: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['OyunBasla' mesajını aldığında]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[Hareket et...]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Mesajlar koordinasyon sağlar</a:t>
            </a:r>
          </a:p>
          <a:p>
            <a:pPr>
              <a:spcAft>
                <a:spcPts val="1000"/>
              </a:spcAft>
              <a:defRPr sz="1900"/>
            </a:pPr>
            <a:r>
              <a:rPr sz="1600"/>
              <a:t>Tüm sprite'lar senkronize çalışır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🎨 Kalem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Çizim yapmak için uzantı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Uzantı Ekleme: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Sol altta 'Uzantı Ekle'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Kalem'i seç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Kalem Blokları: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'Hepsini temizle'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'Damga'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'Kalemi indir/kaldır'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'Kalem rengini ... yap'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'Kalem kalınlığını ... yap'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📌 Proje: Paint Uygulaması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[Sürekli tekrarla]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[Fare x, y'ye git]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[Eğer fare tıklandı ise]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    [Kalemi indir]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[Değilse]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    [Kalemi kaldır]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Geometri çizim öğretimi için harika!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🎵 Müzik Uzantısı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Kendi müziğini yap!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Müzik Uzantısı: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Uzantı → Müzik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Müzik Blokları: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'Nota ... çal ...'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'Enstrümanı ... yap'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'Tempo ... yap'</a:t>
            </a:r>
          </a:p>
          <a:p>
            <a:pPr lvl="1">
              <a:spcAft>
                <a:spcPts val="1000"/>
              </a:spcAft>
              <a:defRPr sz="1700"/>
            </a:pPr>
            <a:r>
              <a:t>    • 'Davul ... çal'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📌 Basit Melodi: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[Do notasını 0.5 vuruş çal]</a:t>
            </a:r>
          </a:p>
          <a:p>
            <a:pPr>
              <a:spcAft>
                <a:spcPts val="1000"/>
              </a:spcAft>
              <a:defRPr sz="1900"/>
            </a:pPr>
            <a:r>
              <a:t>[Re notasını 0.5 vuruş çal]</a:t>
            </a:r>
          </a:p>
          <a:p>
            <a:pPr>
              <a:spcAft>
                <a:spcPts val="1000"/>
              </a:spcAft>
              <a:defRPr sz="1900"/>
            </a:pPr>
            <a:r>
              <a:t>[Mi notasını 0.5 vuruş çal]</a:t>
            </a:r>
          </a:p>
          <a:p>
            <a:pPr>
              <a:spcAft>
                <a:spcPts val="1000"/>
              </a:spcAft>
              <a:defRPr sz="1900"/>
            </a:pPr>
            <a:r>
              <a:t>[Do notasını 1 vuruş çal]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Proje Fikirleri:</a:t>
            </a:r>
          </a:p>
          <a:p>
            <a:pPr lvl="1">
              <a:spcAft>
                <a:spcPts val="1000"/>
              </a:spcAft>
              <a:defRPr sz="1700"/>
            </a:pPr>
            <a:r>
              <a:t>    • Piyano uygulaması</a:t>
            </a:r>
          </a:p>
          <a:p>
            <a:pPr lvl="1">
              <a:spcAft>
                <a:spcPts val="1000"/>
              </a:spcAft>
              <a:defRPr sz="1700"/>
            </a:pPr>
            <a:r>
              <a:t>    • Müzik kompozisyonu</a:t>
            </a:r>
          </a:p>
          <a:p>
            <a:pPr lvl="1">
              <a:spcAft>
                <a:spcPts val="1000"/>
              </a:spcAft>
              <a:defRPr sz="1700"/>
            </a:pPr>
            <a:r>
              <a:t>    • Ritim oyunu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Müzik + Kodlama = Yaratıcılık!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🎮 Platform Oyunu Projesi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rPr sz="1600"/>
              <a:t>Final Proje: Kendi platform oyununu yap!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✅ Gereksinimler: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Oyuncu karakteri (zıplama, hareket)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Platformlar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Düşmanlar (AI)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Puanlama sistemi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Seviye tasarımı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Yer çekimi mekaniği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📌 Teknik Özellikler: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Klonlama kullan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Mesajlaşma kullan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Değişkenler (puan, can)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Çarpışma algılama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Ses efektleri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💡 Örnek Oyunlar: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Mario benzeri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Sonic benzeri</a:t>
            </a:r>
          </a:p>
          <a:p>
            <a:pPr lvl="1">
              <a:spcAft>
                <a:spcPts val="1000"/>
              </a:spcAft>
              <a:defRPr sz="1700"/>
            </a:pPr>
            <a:r>
              <a:rPr sz="1600"/>
              <a:t>    • Geometry Dash benzeri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rPr sz="1600"/>
              <a:t>🎯 Bu proje tüm öğrendiklerini birleştiriyor!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800" b="1">
                <a:solidFill>
                  <a:srgbClr val="764BA2"/>
                </a:solidFill>
              </a:defRPr>
            </a:pPr>
            <a:r>
              <a:t>📝 Ünite Özeti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900"/>
            </a:pPr>
            <a:r>
              <a:t>Bu ünitede neler öğrendik?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✅ Klonlama (çok nesne oluşturma)</a:t>
            </a:r>
          </a:p>
          <a:p>
            <a:pPr>
              <a:spcAft>
                <a:spcPts val="1000"/>
              </a:spcAft>
              <a:defRPr sz="1900"/>
            </a:pPr>
            <a:r>
              <a:t>✅ Mesajlaşma (sprite iletişimi)</a:t>
            </a:r>
          </a:p>
          <a:p>
            <a:pPr>
              <a:spcAft>
                <a:spcPts val="1000"/>
              </a:spcAft>
              <a:defRPr sz="1900"/>
            </a:pPr>
            <a:r>
              <a:t>✅ Kalem uzantısı (çizim)</a:t>
            </a:r>
          </a:p>
          <a:p>
            <a:pPr>
              <a:spcAft>
                <a:spcPts val="1000"/>
              </a:spcAft>
              <a:defRPr sz="1900"/>
            </a:pPr>
            <a:r>
              <a:t>✅ Müzik uzantısı (melodi)</a:t>
            </a:r>
          </a:p>
          <a:p>
            <a:pPr>
              <a:spcAft>
                <a:spcPts val="1000"/>
              </a:spcAft>
              <a:defRPr sz="1900"/>
            </a:pPr>
            <a:r>
              <a:t>✅ Video algılama (kamera)</a:t>
            </a:r>
          </a:p>
          <a:p>
            <a:pPr>
              <a:spcAft>
                <a:spcPts val="1000"/>
              </a:spcAft>
              <a:defRPr sz="1900"/>
            </a:pPr>
            <a:r>
              <a:t>✅ Karmaşık oyun mekaniği</a:t>
            </a:r>
          </a:p>
          <a:p>
            <a:pPr>
              <a:spcAft>
                <a:spcPts val="1000"/>
              </a:spcAft>
              <a:defRPr sz="1900"/>
            </a:pPr>
            <a:r>
              <a:t>✅ Platform oyunu projesi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💡 Anahtar Mesaj:</a:t>
            </a:r>
          </a:p>
          <a:p>
            <a:pPr>
              <a:spcAft>
                <a:spcPts val="1000"/>
              </a:spcAft>
              <a:defRPr sz="1900"/>
            </a:pPr>
            <a:r>
              <a:t>Artık profesyonel seviye oyunlar yapabilirsin!</a:t>
            </a:r>
          </a:p>
          <a:p>
            <a:pPr>
              <a:spcAft>
                <a:spcPts val="1000"/>
              </a:spcAft>
              <a:defRPr sz="1900"/>
            </a:pPr>
          </a:p>
          <a:p>
            <a:pPr>
              <a:spcAft>
                <a:spcPts val="1000"/>
              </a:spcAft>
              <a:defRPr sz="1900"/>
            </a:pPr>
            <a:r>
              <a:t>🎯 Scratch'in tüm özelliklerini öğrendin!</a:t>
            </a:r>
          </a:p>
          <a:p>
            <a:pPr>
              <a:spcAft>
                <a:spcPts val="1000"/>
              </a:spcAft>
              <a:defRPr sz="1900"/>
            </a:pPr>
            <a:r>
              <a:t>🚀 Sıra kendi büyük projendeartık!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