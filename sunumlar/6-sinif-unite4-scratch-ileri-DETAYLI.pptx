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Blok Tabanlı Programlama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 (İleri Seviye Scratch)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Klonlama</a:t>
            </a:r>
          </a:p>
          <a:p>
            <a:pPr>
              <a:spcAft>
                <a:spcPts val="1000"/>
              </a:spcAft>
              <a:defRPr sz="1900"/>
            </a:pPr>
            <a:r>
              <a:t>✅ 2. Mesajlaşma (Broadcast)</a:t>
            </a:r>
          </a:p>
          <a:p>
            <a:pPr>
              <a:spcAft>
                <a:spcPts val="1000"/>
              </a:spcAft>
              <a:defRPr sz="1900"/>
            </a:pPr>
            <a:r>
              <a:t>✅ 3. Kalem Uzantısı</a:t>
            </a:r>
          </a:p>
          <a:p>
            <a:pPr>
              <a:spcAft>
                <a:spcPts val="1000"/>
              </a:spcAft>
              <a:defRPr sz="1900"/>
            </a:pPr>
            <a:r>
              <a:t>✅ 4. Müzik Uzantısı</a:t>
            </a:r>
          </a:p>
          <a:p>
            <a:pPr>
              <a:spcAft>
                <a:spcPts val="1000"/>
              </a:spcAft>
              <a:defRPr sz="1900"/>
            </a:pPr>
            <a:r>
              <a:t>✅ 5. Video Algılama</a:t>
            </a:r>
          </a:p>
          <a:p>
            <a:pPr>
              <a:spcAft>
                <a:spcPts val="1000"/>
              </a:spcAft>
              <a:defRPr sz="1900"/>
            </a:pPr>
            <a:r>
              <a:t>✅ 6. Karmaşık Oyun Mekaniği</a:t>
            </a:r>
          </a:p>
          <a:p>
            <a:pPr>
              <a:spcAft>
                <a:spcPts val="1000"/>
              </a:spcAft>
              <a:defRPr sz="1900"/>
            </a:pPr>
            <a:r>
              <a:t>✅ 7. Yapay Zeka ile Scratch</a:t>
            </a:r>
          </a:p>
          <a:p>
            <a:pPr>
              <a:spcAft>
                <a:spcPts val="1000"/>
              </a:spcAft>
              <a:defRPr sz="1900"/>
            </a:pPr>
            <a:r>
              <a:t>✅ 8. Bulut Değişkenleri</a:t>
            </a:r>
          </a:p>
          <a:p>
            <a:pPr>
              <a:spcAft>
                <a:spcPts val="1000"/>
              </a:spcAft>
              <a:defRPr sz="1900"/>
            </a:pPr>
            <a:r>
              <a:t>✅ 9. Final Proje: Platform Oyunu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8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Gelişmiş oyunlar programlamak!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Klonlama = Sprite'ın kopyalarını oluşturma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Neden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Çok nesne oluşturmak (düşmanlar, mermiler)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Dinamik oyunlar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Klonlama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'Kendimin klonunu oluştur'</a:t>
            </a:r>
          </a:p>
          <a:p>
            <a:pPr>
              <a:spcAft>
                <a:spcPts val="1000"/>
              </a:spcAft>
              <a:defRPr sz="1900"/>
            </a:pPr>
            <a:r>
              <a:t>🔹 'Klon olarak başladığımda'</a:t>
            </a:r>
          </a:p>
          <a:p>
            <a:pPr>
              <a:spcAft>
                <a:spcPts val="1000"/>
              </a:spcAft>
              <a:defRPr sz="1900"/>
            </a:pPr>
            <a:r>
              <a:t>🔹 'Bu klonu sil'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Örnek: Yıldız Yağmuru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[Yeşil bayrak]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[Kendimin klonunu oluştur]</a:t>
            </a:r>
          </a:p>
          <a:p>
            <a:pPr lvl="1">
              <a:spcAft>
                <a:spcPts val="1000"/>
              </a:spcAft>
              <a:defRPr sz="1700"/>
            </a:pPr>
            <a:r>
              <a:t>    [1 saniye bekle]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[Klon olarak başladığımda]</a:t>
            </a:r>
          </a:p>
          <a:p>
            <a:pPr>
              <a:spcAft>
                <a:spcPts val="1000"/>
              </a:spcAft>
              <a:defRPr sz="1900"/>
            </a:pPr>
            <a:r>
              <a:t>[Rastgele x, y=180]</a:t>
            </a:r>
          </a:p>
          <a:p>
            <a:pPr>
              <a:spcAft>
                <a:spcPts val="1000"/>
              </a:spcAft>
              <a:defRPr sz="1900"/>
            </a:pPr>
            <a:r>
              <a:t>[y &lt; -180 olana kadar]</a:t>
            </a:r>
          </a:p>
          <a:p>
            <a:pPr lvl="1">
              <a:spcAft>
                <a:spcPts val="1000"/>
              </a:spcAft>
              <a:defRPr sz="1700"/>
            </a:pPr>
            <a:r>
              <a:t>    [y'yi 10 azalt]</a:t>
            </a:r>
          </a:p>
          <a:p>
            <a:pPr>
              <a:spcAft>
                <a:spcPts val="1000"/>
              </a:spcAft>
              <a:defRPr sz="1900"/>
            </a:pPr>
            <a:r>
              <a:t>[Bu klonu sil]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Klonlar performans için önemli!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Sprite'lar arasında iletişim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Mesaj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'mesaj1 mesajını yayınla'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'mesaj1 mesajını aldığımda'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'mesaj1 yayınla ve bekle'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Örnek: Oyun Başlatma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Buton Sprite:</a:t>
            </a:r>
          </a:p>
          <a:p>
            <a:pPr>
              <a:spcAft>
                <a:spcPts val="1000"/>
              </a:spcAft>
              <a:defRPr sz="1900"/>
            </a:pPr>
            <a:r>
              <a:t>[Bu sprite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['OyunBasla' mesajını yayınla]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Oyuncu Sprite:</a:t>
            </a:r>
          </a:p>
          <a:p>
            <a:pPr>
              <a:spcAft>
                <a:spcPts val="1000"/>
              </a:spcAft>
              <a:defRPr sz="1900"/>
            </a:pPr>
            <a:r>
              <a:t>['OyunBasla' mesajını aldığında]</a:t>
            </a:r>
          </a:p>
          <a:p>
            <a:pPr>
              <a:spcAft>
                <a:spcPts val="1000"/>
              </a:spcAft>
              <a:defRPr sz="1900"/>
            </a:pPr>
            <a:r>
              <a:t>[Oyun kodları...]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Düşman Sprite:</a:t>
            </a:r>
          </a:p>
          <a:p>
            <a:pPr>
              <a:spcAft>
                <a:spcPts val="1000"/>
              </a:spcAft>
              <a:defRPr sz="1900"/>
            </a:pPr>
            <a:r>
              <a:t>['OyunBasla' mesajını aldığında]</a:t>
            </a:r>
          </a:p>
          <a:p>
            <a:pPr>
              <a:spcAft>
                <a:spcPts val="1000"/>
              </a:spcAft>
              <a:defRPr sz="1900"/>
            </a:pPr>
            <a:r>
              <a:t>[Hareket et...]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Mesajlar koordinasyon sağlar</a:t>
            </a:r>
          </a:p>
          <a:p>
            <a:pPr>
              <a:spcAft>
                <a:spcPts val="1000"/>
              </a:spcAft>
              <a:defRPr sz="1900"/>
            </a:pPr>
            <a:r>
              <a:t>Tüm sprite'lar senkronize çalışır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Çizim yapmak için uzantı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Uzantı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 altta 'Uzantı Ekle'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Kalem'i seç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Kalem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'Hepsini temizle'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'Damga'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'Kalemi indir/kaldır'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'Kalem rengini ... yap'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'Kalem kalınlığını ... yap'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Proje: Paint Uygulaması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[Fare x, y'ye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fare tıklandı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[Kalemi indir]</a:t>
            </a:r>
          </a:p>
          <a:p>
            <a:pPr lvl="1">
              <a:spcAft>
                <a:spcPts val="1000"/>
              </a:spcAft>
              <a:defRPr sz="1700"/>
            </a:pPr>
            <a:r>
              <a:t>    [Değilse]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[Kalemi kaldır]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Geometri çizim öğretimi için harika!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Kendi müziğini yap!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Müzik Uzantısı: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Uzantı → Müzik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Müzik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'Nota ... çal ...'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'Enstrümanı ... yap'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'Tempo ... yap'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'Davul ... çal'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Basit Melodi: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[Do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[Re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[Mi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[Do notasını 1 vuruş çal]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Proje Fikirleri: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Piyano uygulaması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Müzik kompozisyonu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Ritim oyunu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Müzik + Kodlama = Yaratıcılık!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Final Proje: Kendi platform oyununu yap!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Gereksinimler: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Oyuncu karakteri (zıplama, hareket)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Platformlar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Düşmanlar (AI)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Puanlama sistemi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Seviye tasarımı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Yer çekimi mekaniği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Teknik Özellikler: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Klonlama kullan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Mesajlaşma kullan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Değişkenler (puan, can)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Çarpışma algılama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efektleri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Örnek Oyunlar: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Mario benzeri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Sonic benzeri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Geometry Dash benzeri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Bu proje tüm öğrendiklerini birleştiriyor!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Klonlama (çok nesne oluşturma)</a:t>
            </a:r>
          </a:p>
          <a:p>
            <a:pPr>
              <a:spcAft>
                <a:spcPts val="1000"/>
              </a:spcAft>
              <a:defRPr sz="1900"/>
            </a:pPr>
            <a:r>
              <a:t>✅ Mesajlaşma (sprite iletişimi)</a:t>
            </a:r>
          </a:p>
          <a:p>
            <a:pPr>
              <a:spcAft>
                <a:spcPts val="1000"/>
              </a:spcAft>
              <a:defRPr sz="1900"/>
            </a:pPr>
            <a:r>
              <a:t>✅ Kalem uzantısı (çizim)</a:t>
            </a:r>
          </a:p>
          <a:p>
            <a:pPr>
              <a:spcAft>
                <a:spcPts val="1000"/>
              </a:spcAft>
              <a:defRPr sz="1900"/>
            </a:pPr>
            <a:r>
              <a:t>✅ Müzik uzantısı (melodi)</a:t>
            </a:r>
          </a:p>
          <a:p>
            <a:pPr>
              <a:spcAft>
                <a:spcPts val="1000"/>
              </a:spcAft>
              <a:defRPr sz="1900"/>
            </a:pPr>
            <a:r>
              <a:t>✅ Video algılama (kamera)</a:t>
            </a:r>
          </a:p>
          <a:p>
            <a:pPr>
              <a:spcAft>
                <a:spcPts val="1000"/>
              </a:spcAft>
              <a:defRPr sz="1900"/>
            </a:pPr>
            <a:r>
              <a:t>✅ Karmaşık oyun mekaniği</a:t>
            </a:r>
          </a:p>
          <a:p>
            <a:pPr>
              <a:spcAft>
                <a:spcPts val="1000"/>
              </a:spcAft>
              <a:defRPr sz="1900"/>
            </a:pPr>
            <a:r>
              <a:t>✅ Platform oyunu projesi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Artık profesyonel seviye oyunlar yapabilirsin!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Scratch'in tüm özelliklerini öğrendin!</a:t>
            </a:r>
          </a:p>
          <a:p>
            <a:pPr>
              <a:spcAft>
                <a:spcPts val="1000"/>
              </a:spcAft>
              <a:defRPr sz="1900"/>
            </a:pPr>
            <a:r>
              <a:t>🚀 Sıra kendi büyük projendeartık!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