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64B4DC"/>
                </a:solidFill>
              </a:defRPr>
            </a:pPr>
            <a:r>
              <a:t>ÜNİTE 2: DİJİTAL ÜRÜN TASARIMI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Sınıf - 6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4B4DC"/>
                </a:solidFill>
              </a:defRPr>
            </a:pPr>
            <a:r>
              <a:t>Microsoft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Belge oluşturma</a:t>
            </a:r>
          </a:p>
          <a:p>
            <a:pPr>
              <a:defRPr sz="2000"/>
            </a:pPr>
            <a:r>
              <a:t>Yazı biçimlendirme</a:t>
            </a:r>
          </a:p>
          <a:p>
            <a:pPr>
              <a:defRPr sz="2000"/>
            </a:pPr>
            <a:r>
              <a:t>Resim ekleme</a:t>
            </a:r>
          </a:p>
          <a:p>
            <a:pPr>
              <a:defRPr sz="2000"/>
            </a:pPr>
            <a:r>
              <a:t>Tablo oluşturma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4B4DC"/>
                </a:solidFill>
              </a:defRPr>
            </a:pPr>
            <a:r>
              <a:t>Paint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Temel çizim araçları</a:t>
            </a:r>
          </a:p>
          <a:p>
            <a:pPr>
              <a:defRPr sz="2000"/>
            </a:pPr>
            <a:r>
              <a:t>Renk seçimi</a:t>
            </a:r>
          </a:p>
          <a:p>
            <a:pPr>
              <a:defRPr sz="2000"/>
            </a:pPr>
            <a:r>
              <a:t>Şekiller</a:t>
            </a:r>
          </a:p>
          <a:p>
            <a:pPr>
              <a:defRPr sz="2000"/>
            </a:pPr>
            <a:r>
              <a:t>Metin ekleme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64B4DC"/>
                </a:solidFill>
              </a:defRPr>
            </a:pPr>
            <a:r>
              <a:t>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Slayt oluşturma</a:t>
            </a:r>
          </a:p>
          <a:p>
            <a:pPr>
              <a:defRPr sz="2000"/>
            </a:pPr>
            <a:r>
              <a:t>Tasarım şablonları</a:t>
            </a:r>
          </a:p>
          <a:p>
            <a:pPr>
              <a:defRPr sz="2000"/>
            </a:pPr>
            <a:r>
              <a:t>Animasyonlar</a:t>
            </a:r>
          </a:p>
          <a:p>
            <a:pPr>
              <a:defRPr sz="2000"/>
            </a:pPr>
            <a:r>
              <a:t>Sunum teknikleri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