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Nasıl Çalışır?' animasyonlu video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Birbirine bağlı bilgisayarlar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Sınıfın bilgisayar ağını çizdirebilirsiniz. Hangi cihazlar bağlı?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Çeşitli çıkış aygıtları fotoğrafları</a:t>
            </a:r>
          </a:p>
          <a:p>
            <a:r>
              <a:t>🎬 Video: Monitör ve yazıcı çalışma prensibi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Kablolarının Dünya Haritası' - Deniz altı internet kablolarını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İnternet bağlantısı akış diyagramı çizin veya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Router, modem ve switch cihazları</a:t>
            </a:r>
          </a:p>
          <a:p>
            <a:r>
              <a:t>🎬 Video: Modem ve router farkı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IP adreslerini öğretmenin gözetiminde buldurtun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DNS (Domain Name System) nasıl çalışır diyagramı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tarayıcıyı açtırın, bölümlerini gösterin, favorilere site eklemeyi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Google'da pratik aramalar yaptırın. Tırnak ve eksi işaretini deneyin.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Öğrencilere bir konu verin, güvenilir kaynak bulmalarını isteyin ve neden güvenilir olduğunu açıklasınlar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e-posta yazma pratiği yaptırın. Öğretmene e-posta göndertebilirsiniz.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Hangi iletişim aracını ne zaman kullanırız? Resmi e-posta mı, WhatsApp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'İnternet Güvenliği için 10 Altın Kural' - Çocuklar için hazırlanmış güvenlik videosu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Siber zorbalık gördüğünüzde ne yaparsınız? Rol yapma aktivitesi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sunum hazırlatın ve kaynak göstermeyi öğretin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bir hafta boyunca internet kullanım sürelerini kaydetmelerini isteyin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videoları önceden izleyin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IP adresi formatı ve yapısı</a:t>
            </a:r>
          </a:p>
          <a:p>
            <a:r>
              <a:t>🎬 Video: DNS nasıl çalışır? Animasyon</a:t>
            </a:r>
          </a:p>
          <a:p>
            <a:r>
              <a:t>💡 İnfografik: TCP/IP protokol katmanları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Konuyla ilgili görsel içerik eklenebilir</a:t>
            </a:r>
          </a:p>
          <a:p>
            <a:r>
              <a:t>💡 İlgili ekran görüntüleri veya şemalar eklenebilir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Ağlar ve İletişim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Bilgisayar Ağları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Ağ Türleri (LAN, WAN, İnternet)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İnternet Nasıl Çalışır?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IP Adresi ve Domain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İnternet Tarayıcıları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Arama Motorları ve Etkili Arama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E-posta Kullanımı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Çevrimiçi İletişim Araçları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İnternet Güvenliği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3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İnterneti ve ağları güvenle kullanabilmek!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🌐 Bilgisayar Ağı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Tanım: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Bilgisayar ağı = Birbirine bağlı bilgisayar ve cihazlar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Ağın Amacı: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 paylaşımı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Kaynak paylaşımı (yazıcı, dosya)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İletişim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Oyun oynama (çok oyunculu)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Günlük Hayattan Örnekler: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Evdeki Wi-Fi ağı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Okulun bilgisayar laboratuvarı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İnternet kafeler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Online oyunlar (Roblox, Fortnite)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Ağ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Dosyaları paylaşırsın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Mesajlaşırsın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Online oyun oynarsın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Video izlersin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⚡ Ağ olmadan internet de olmaz!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🏠 LAN - Yerel Alan Ağı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LAN = Local Area Network (Yerel Alan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Küçük bir alanda çalışır (ev, okul, ofis)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Hızlı veri transferi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Kablo veya Wi-Fi ile bağlantı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LAN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🏠 Evdeki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Modem/Router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Telefon, tablet, bilgisayar, TV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Hepsi aynı Wi-Fi'ye bağlı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🏫 Okuldaki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Bilgisayar laboratuvarı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Tüm bilgisayarlar birbirine bağlı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Öğretmen dosya paylaşabilir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💼 İş yerindeki 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Ofisteki tüm bilgisayarlar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Ortak yazıcı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LAN = Küçük ama hızlı ağ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🌍 WAN ve İnternet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WAN = Wide Area Network (Geniş Alan Ağı)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WAN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Çok geniş alanda çalışır (şehirler, ülkeler)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LAN'ları birbirine bağlar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 en büyük WAN'dır!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İnternet: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Dünyadaki tüm ağların birbirine bağlanması!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İnternet Sayesinde: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Türkiye'den Amerika'ya mesaj göndeririz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Dünyanın her yerinden video izleriz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Online oyun oynarız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Alışveriş yaparız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Fark: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LAN = Evin içindeki ağ (WiFi)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WAN = Tüm dünya (İnternet)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İnternet = Ağların ağı!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Milyarlarca cihaz birbiriyle bağlı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⚙️ İnternet Nasıl Çalışır?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İnternet'e bağlanmak için neler gerekir?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İnternet Bağlantısı İçin Gerekenler: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İnternet Servis Sağlayıcı (ISP):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Türk Telekom, Superonline, Vodafone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İnterneti eve getirir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Modem/Router: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 sinyalini dağıtır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Wi-Fi oluşturur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Cihazınız: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Bilgisayar, telefon, tablet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Bağlantı Şekilleri: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Kablo (Ethernet)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Wi-Fi (Kablosuz)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Mobil veri (4.5G, 5G)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 Paketi Yolculuğu: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Bilgisayarınız → Modem → ISP → İnternet → Sunucu → Geri Dönüş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Saniyede milyonlarca veri paketi gidip geliyor!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🔢 IP Adresi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IP = Internet Protocol (İnternet Protokolü)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IP Adresi: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İnternetteki her cihazın benzersiz kimlik numarası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Özellikler: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4 sayı grubundan oluşur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192.168.1.1 veya 172.16.254.1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cihazın IP'si farklıdır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IP Adresi Neden Önemli?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doğru cihaza ulaşır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 sistemi gibi çalışır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Analoji: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IP Adresi = Ev adresiniz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Posta göndermek için adres gerekir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İnternet'te veri göndermek için IP gerekir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Kendi IP'nizi Öğrenme: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Google'da 'IP adresim nedir?' yazın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Komut İstemi: 'ipconfig' komutu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İki tür IP var: IPv4 ve IPv6 (daha yeni)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🌐 Domain (Alan Adı)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Domain = Web sitesinin kolay hatırlanan ismi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Örnekler: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www.google.com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www.youtube.com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www.meb.gov.tr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Domain vs IP: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IP: 172.217.16.142 (zor hatırlanır)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Domain: google.com (kolay hatırlanır)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Analoji: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IP Adresi = Telefon numarası (555-123-4567)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Domain = Kişi adı (Ahmet)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Hangi kolayca hatırlarsın?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Domain Yapısı: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www.meb.gov.tr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meb = site adı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gov = hükümet sitesi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 = Türkiye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Domain Uzantıları: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.com = ticari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.org = organizasyon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.edu = eğitim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.gov = hükümet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🌐 İnternet Tarayıcıları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Tarayıcı = İnternet'te gezinmek için kullanılan program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Tarayıcılar: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Chrome 🔵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Microsoft Edge 🔷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Mozilla Firefox 🦊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Safari 🧭 (Apple cihazlar)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Opera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Tarayıcılar Ne İşe Yarar?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Web sitelerini açar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Videoları oynatır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Dosya indirir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Favorilere site ekler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Gezinme geçmişini saklar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Tarayıcı Bölümleri: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 çubuğu (URL yazılır)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Geri/İleri butonları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Yenile butonu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Sekmeler (Tab)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Favoriler/Yer imleri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Güvenli tarayıcı kullanın, güncellemeleri yapın!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🔍 Arama Motorları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Arama motoru = İnternet'te bilgi bulan program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Arama Motorları: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🔍 (En popüler)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Bing (Microsoft)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Yandex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DuckDuckGo (Gizlilik odaklı)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Arama Motoru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Milyarlarca web sayfasını tarar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İçerikleri indexler (kataloglar)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yaptığında en uygun sonuçları gösterir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Etkili Arama İpuçları: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Doğru Kelimeler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Kısa ve net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'Ankara'nın başkenti' yerine 'Ankara başkent'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Tırnak İşareti Kullan: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"Atatürk'ün hayatı" → Tam cümleyi arar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Eksi İşareti: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Elma -telefon → Elma kelimesini arar, telefon kelimesini hariç tutar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✅ Güvenilir Kaynak Nasıl Bulunur?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İnternet'te her şey doğru değildir!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Güvenilir Kaynak Özellikleri: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🔒 Güvenilir Domain: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.edu (eğitim kurumları)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.gov (hükümet siteleri)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.org (organizasyonlar)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📝 Yazar Bilgisi: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Kim yazmış?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Uzman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📅 Güncel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Ne zaman yazılmış?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Eski bilgiler yanlış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📚 Kaynak Göstermiş mi?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Bilgilerin kaynağı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Karşılaştır: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Birden fazla kaynağa bak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Aynı bilgiyi veren birkaç site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⚠️ Dikkat: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Wikipedia iyi başlangıç ama tek kaynak olmamalı!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📧 E-posta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E-posta = Elektronik Posta (Email)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E-posta Sağlayıcıları: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 (Google)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Outlook (Microsoft)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Yandex Mail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E-posta Adresi Yapısı: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kullaniciadi@gmail.com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kullaniciadi = Sizin seçtiğiniz isim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@ = 'at' işareti (zorunlu)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gmail.com = E-posta sağlayıcı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E-posta Gönderme: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Alıcı: Kime gönderilecek?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Konu: Ne hakkında?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Mesaj: İçerik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Ek: Dosya eklenebilir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E-posta Etiği: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Kibarca yaz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Konuyu belirt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İmza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Spam yapma (gereksiz mail gönderme)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⚡ CC ve BCC: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CC = Carbon Copy (Kopya gönder)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BCC = Blind Carbon Copy (Gizli kopya)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💬 Çevrimiçi İletişim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 üzerinden iletişim kurma yolları: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Anlık Mesajlaşma: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WhatsApp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Telegram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Messenger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🎥 Görüntülü Görüşme: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Zoom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Google Meet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Microsoft Teams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Skype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📱 Sosyal Medya: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Instagram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Twitter (X)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TikTok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(13 yaş sınırı var!)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🎮 Oyun İçi Sohbet: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Roblox, Minecraft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Çevrimiçi İletişim Kuralları: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Saygılı 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Kişisel bilgi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Tanımadığın kişilerle konuşma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Siber zorbalık yapma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🔒 İnternet Güvenliği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İnternet'i güvenle kullanmak çok önemli!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Güvenlik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🔐 Güçlü Şifre: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az 8 karakter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Büyük harf, küçük harf, rakam, sembol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 kullanma!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🙈 Kişisel Bilgileri Paylaşma: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Adres, telefon, okul bilgilerini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 paylaşırken dikkatli ol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👤 Tanımadığın Kişilerle: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Buluşma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 verme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Ebeveynlerine haber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🔗 Şüpheli Linkler: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Bilmediğin linklere tıklama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eklerini açmadan önce kontrol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💰 Online Alışveriş: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Güvenli siteler (https://)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Ebeveyn izni 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🚫 Siber Zorbalık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Siber zorbalık = İnternet üzerinden yapılan zorbalık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Siber Zorbalık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Sosyal medyada kötü yorum yapma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Utandırıcı fotoğraf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Tehdit mesajları gönderme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 taklit edip kötü davranma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Kasıtlı olarak dışlama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❌ Siber Zorbalığa Hayır!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Siber Zorbalığa Uğrarsan: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Cevap verme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Kanıt sakla (ekran görüntüsü)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Engelle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Ebeveynlerine veya öğretmenine söyle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Gerekirse şikayet 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Sen de Yapmamak İçin: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Kızdığında mesaj atma, bekle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 hakkında kötü şey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Empati yap: Karşındaki nasıl hisseder?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⚡ İnternet'te de gerçek hayat gibi davran!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©️ İnternet'te Telif Hakları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İnternet'teki her şey ücretsiz kullanılabilir mi?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❌ HAYIR! Telif hakları internette de geçerli.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Telif Hakkı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Bir eserin yaratıcısının hakkı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Müzik, video, fotoğraf, yazı, yazılım...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📌 İnternet'te Telif İhlalleri: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Başkasının fotoğrafını izinsiz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Müziği indirip paylaşma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Filmleri korsan izleme/indirme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Başkasının yazısını kopyalayıp kendi adına yayınlama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Doğru Kullanım: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Kaynak göster (nereden aldığını yaz)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Serbest lisanslı içerikler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İzin iste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🔍 Serbest İçerik Kaynakları: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Creative Commons lisanslı görseller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Pixabay, Unsplash (ücretsiz fotoğraflar)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İnternet'ten aldıysan kaynağını göster!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⏰ Dengeli İnternet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İnternet faydalıdır ama dengeli kullanılmalı!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Sağlıklı İnternet Kullanımı: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Süre Sınırı: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5. sınıf için önerilen: Günde 1-2 saat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Sık sık mola ver (20-20-20 kuralı)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🛌 Uyku Öncelikli: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Yatmadan önce ekran kullanma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Telefon/tableti yatak odasında bırakma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👨‍👩‍👧 Aile Zamanı: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Yemekte telefon yok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Aile ile vakit geçir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🏃 Fiziksel Aktivite: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Dışarı çık, spor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Arkadaşlarla yüz yüze oyna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Ödev ve Okul: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Önce ödevler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Eğitsel içerikler izle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20-20-20 Kuralı: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Her 20 dakikada, 20 saniye, 20 feet (6 metre) uzağa bak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Bilgisayar ağları (LAN, WAN)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nasıl çalışır?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IP adresi ve Domain kavramları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tarayıcıları ve arama motorları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Etkili arama teknikleri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Güvenilir kaynak bulma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E-posta kullanımı ve etiği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Çevrimiçi iletişim araçları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İnternet güvenliği kuralları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Siber zorbalık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Telif hakları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Dengeli internet kullanımı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İnternet harika bir araç ama güvenli ve dengeli kullanmalısın!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Artık bilinçli bir dijital vatandaşsın!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Daha fazla öğrenmek için: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 Nasıl Çalışır?'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'IP Adresi Nedir?' - Animasyonlu anlatım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'Güvenli İnternet Kullanımı' - MEB videoları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'Siber Zorbalığa Hayır' - Kısa film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https://guvenliweb.org.tr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https://internetguvenlik.org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Eğitici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'İnternet Güvenliği Kahramanları'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Yapılacak Aktiviteler: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Güçlü şifre oluşturma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Arama motoru kullanım yarışması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E-posta yazma pratiği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Güvenli internette buluşalım!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3'ü Tamamladınız - Artık İnternet Uzmanısınız!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