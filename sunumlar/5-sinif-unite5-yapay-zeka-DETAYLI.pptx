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Video: 'Yapay Zeka Nedir?' - Çocuklar için animasyonlu anlatım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Tartışma: Robot ve yapay zeka arasındaki fark nedir? Robot fiziksel, AI yazılımdır.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Video: 'Yapay Zekanın Tarihi' - Kısa animasyon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Etkinlik: Öğrencilere 'öğrenme' sürecini düşündürün. Nasıl bisiklete binmeyi öğrendiler?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Görsel: Basit bir yapay sinir ağı diyagramı gösterin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Gösterim: Sınıfta sesli asistan kullanımı gösterin (uygunsa)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Video: 'Görüntü Tanıma Nasıl Çalışır?' - Animasyon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Tartışma: Öneri sistemleri sizi nasıl etkiliyor? Fark ettiniz mi?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Etkinlik: Öğrenciler hangi oyunlarda AI fark ettiler? Paylaşsınlar.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Gösterim: Bir AI görsel üretici aracı gösterin (öğretmen gözetiminde)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Tartışma: Yapay zeka daha çok iyi mi kötü mü? Faydaları ve zararları nedir?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Etkinlik: Öğrenciler hangi mesleği yapmak ister? AI nasıl etkileyecek?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Etkinlik: Google Teachable Machine ile sınıfta mini proje yapın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Video: 'Geleceğin Dünyası ve AI' - Bilim kurgu ama gerçekçi tahminler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yapın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Tüm kaynakları önceden deneyin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667E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5400" b="1">
                <a:solidFill>
                  <a:srgbClr val="FFFFFF"/>
                </a:solidFill>
              </a:defRPr>
            </a:pPr>
            <a:r>
              <a:t>ÜNİTE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474720"/>
            <a:ext cx="73152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>
                <a:solidFill>
                  <a:srgbClr val="FFFFFF"/>
                </a:solidFill>
              </a:defRPr>
            </a:pPr>
            <a:r>
              <a:t>Yapay Zeka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4000" b="1">
                <a:solidFill>
                  <a:srgbClr val="667EEA"/>
                </a:solidFill>
              </a:defRPr>
            </a:pPr>
            <a:r>
              <a:t>📚 Ünitenin Konuları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200"/>
              </a:spcAft>
              <a:defRPr sz="2000"/>
            </a:pPr>
            <a:r>
              <a:t>Bu ünitede neler öğreneceğiz?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 b="1"/>
            </a:pPr>
            <a:r>
              <a:t>✅ 1. Yapay Zeka Nedir?</a:t>
            </a:r>
          </a:p>
          <a:p>
            <a:pPr>
              <a:spcAft>
                <a:spcPts val="1200"/>
              </a:spcAft>
              <a:defRPr sz="2000" b="1"/>
            </a:pPr>
            <a:r>
              <a:t>✅ 2. Yapay Zekanın Tarihçesi</a:t>
            </a:r>
          </a:p>
          <a:p>
            <a:pPr>
              <a:spcAft>
                <a:spcPts val="1200"/>
              </a:spcAft>
              <a:defRPr sz="2000" b="1"/>
            </a:pPr>
            <a:r>
              <a:t>✅ 3. Makine Öğrenmesi</a:t>
            </a:r>
          </a:p>
          <a:p>
            <a:pPr>
              <a:spcAft>
                <a:spcPts val="1200"/>
              </a:spcAft>
              <a:defRPr sz="2000" b="1"/>
            </a:pPr>
            <a:r>
              <a:t>✅ 4. Derin Öğrenme</a:t>
            </a:r>
          </a:p>
          <a:p>
            <a:pPr>
              <a:spcAft>
                <a:spcPts val="1200"/>
              </a:spcAft>
              <a:defRPr sz="2000" b="1"/>
            </a:pPr>
            <a:r>
              <a:t>✅ 5. Yapay Zeka Günlük Hayatta</a:t>
            </a:r>
          </a:p>
          <a:p>
            <a:pPr>
              <a:spcAft>
                <a:spcPts val="1200"/>
              </a:spcAft>
              <a:defRPr sz="2000" b="1"/>
            </a:pPr>
            <a:r>
              <a:t>✅ 6. Sesli Asistanlar (Siri, Alexa, Google Asistan)</a:t>
            </a:r>
          </a:p>
          <a:p>
            <a:pPr>
              <a:spcAft>
                <a:spcPts val="1200"/>
              </a:spcAft>
              <a:defRPr sz="2000" b="1"/>
            </a:pPr>
            <a:r>
              <a:t>✅ 7. Görüntü Tanıma</a:t>
            </a:r>
          </a:p>
          <a:p>
            <a:pPr>
              <a:spcAft>
                <a:spcPts val="1200"/>
              </a:spcAft>
              <a:defRPr sz="2000" b="1"/>
            </a:pPr>
            <a:r>
              <a:t>✅ 8. Öneri Sistemleri</a:t>
            </a:r>
          </a:p>
          <a:p>
            <a:pPr>
              <a:spcAft>
                <a:spcPts val="1200"/>
              </a:spcAft>
              <a:defRPr sz="2000" b="1"/>
            </a:pPr>
            <a:r>
              <a:t>✅ 9. Oyunlarda Yapay Zeka</a:t>
            </a:r>
          </a:p>
          <a:p>
            <a:pPr>
              <a:spcAft>
                <a:spcPts val="1200"/>
              </a:spcAft>
              <a:defRPr sz="2000" b="1"/>
            </a:pPr>
            <a:r>
              <a:t>✅ 10. Yapay Zekanın Etik Sorunları</a:t>
            </a:r>
          </a:p>
          <a:p>
            <a:pPr>
              <a:spcAft>
                <a:spcPts val="1200"/>
              </a:spcAft>
              <a:defRPr sz="2000" b="1"/>
            </a:pPr>
            <a:r>
              <a:t>✅ 11. Geleceğin Meslekleri ve Yapay Zeka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/>
            </a:pPr>
            <a:r>
              <a:t>⏰ Süre: 4 Hafta</a:t>
            </a:r>
          </a:p>
          <a:p>
            <a:pPr>
              <a:spcAft>
                <a:spcPts val="1200"/>
              </a:spcAft>
              <a:defRPr sz="2000" b="1"/>
            </a:pPr>
            <a:r>
              <a:t>🎯 Amaç: Yapay zekayı anlamak ve kullanmak!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4000" b="1">
                <a:solidFill>
                  <a:srgbClr val="667EEA"/>
                </a:solidFill>
              </a:defRPr>
            </a:pPr>
            <a:r>
              <a:t>🤖 Yapay Zeka Nedir?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200"/>
              </a:spcAft>
              <a:defRPr sz="2000"/>
            </a:pPr>
            <a:r>
              <a:t>Yapay Zeka (AI - Artificial Intelligence)</a:t>
            </a:r>
          </a:p>
          <a:p>
            <a:pPr>
              <a:spcAft>
                <a:spcPts val="1200"/>
              </a:spcAft>
              <a:defRPr sz="2000"/>
            </a:pPr>
            <a:r>
              <a:t>= Makinelerin insan gibi düşünmesi ve öğrenmesi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 b="1"/>
            </a:pPr>
            <a:r>
              <a:t>✅ Yapay Zekanın Özellikleri:</a:t>
            </a:r>
          </a:p>
          <a:p>
            <a:pPr lvl="1">
              <a:spcAft>
                <a:spcPts val="1200"/>
              </a:spcAft>
              <a:defRPr sz="1800"/>
            </a:pPr>
            <a:r>
              <a:t>    • Öğrenir</a:t>
            </a:r>
          </a:p>
          <a:p>
            <a:pPr lvl="1">
              <a:spcAft>
                <a:spcPts val="1200"/>
              </a:spcAft>
              <a:defRPr sz="1800"/>
            </a:pPr>
            <a:r>
              <a:t>    • Problem çözer</a:t>
            </a:r>
          </a:p>
          <a:p>
            <a:pPr lvl="1">
              <a:spcAft>
                <a:spcPts val="1200"/>
              </a:spcAft>
              <a:defRPr sz="1800"/>
            </a:pPr>
            <a:r>
              <a:t>    • Karar verir</a:t>
            </a:r>
          </a:p>
          <a:p>
            <a:pPr lvl="1">
              <a:spcAft>
                <a:spcPts val="1200"/>
              </a:spcAft>
              <a:defRPr sz="1800"/>
            </a:pPr>
            <a:r>
              <a:t>    • Uyum sağlar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 b="1"/>
            </a:pPr>
            <a:r>
              <a:t>📌 İnsan Zekası vs Yapay Zeka: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/>
            </a:pPr>
            <a:r>
              <a:t>🧠 İnsan Zekası:</a:t>
            </a:r>
          </a:p>
          <a:p>
            <a:pPr lvl="1">
              <a:spcAft>
                <a:spcPts val="1200"/>
              </a:spcAft>
              <a:defRPr sz="1800"/>
            </a:pPr>
            <a:r>
              <a:t>    • Duygular hisseder</a:t>
            </a:r>
          </a:p>
          <a:p>
            <a:pPr lvl="1">
              <a:spcAft>
                <a:spcPts val="1200"/>
              </a:spcAft>
              <a:defRPr sz="1800"/>
            </a:pPr>
            <a:r>
              <a:t>    • Yaratıcı düşünür</a:t>
            </a:r>
          </a:p>
          <a:p>
            <a:pPr lvl="1">
              <a:spcAft>
                <a:spcPts val="1200"/>
              </a:spcAft>
              <a:defRPr sz="1800"/>
            </a:pPr>
            <a:r>
              <a:t>    • Sosyal etkileşim</a:t>
            </a:r>
          </a:p>
          <a:p>
            <a:pPr lvl="1">
              <a:spcAft>
                <a:spcPts val="1200"/>
              </a:spcAft>
              <a:defRPr sz="1800"/>
            </a:pPr>
            <a:r>
              <a:t>    • Genel zeka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/>
            </a:pPr>
            <a:r>
              <a:t>🤖 Yapay Zeka:</a:t>
            </a:r>
          </a:p>
          <a:p>
            <a:pPr lvl="1">
              <a:spcAft>
                <a:spcPts val="1200"/>
              </a:spcAft>
              <a:defRPr sz="1800"/>
            </a:pPr>
            <a:r>
              <a:t>    • Duyguları yoktur</a:t>
            </a:r>
          </a:p>
          <a:p>
            <a:pPr lvl="1">
              <a:spcAft>
                <a:spcPts val="1200"/>
              </a:spcAft>
              <a:defRPr sz="1800"/>
            </a:pPr>
            <a:r>
              <a:t>    • Veri analiz eder</a:t>
            </a:r>
          </a:p>
          <a:p>
            <a:pPr lvl="1">
              <a:spcAft>
                <a:spcPts val="1200"/>
              </a:spcAft>
              <a:defRPr sz="1800"/>
            </a:pPr>
            <a:r>
              <a:t>    • Belirli görevlerde uzman</a:t>
            </a:r>
          </a:p>
          <a:p>
            <a:pPr lvl="1">
              <a:spcAft>
                <a:spcPts val="1200"/>
              </a:spcAft>
              <a:defRPr sz="1800"/>
            </a:pPr>
            <a:r>
              <a:t>    • Dar (spesifik) zeka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 b="1"/>
            </a:pPr>
            <a:r>
              <a:t>💡 Yapay zeka insan zekasını taklit etmeye çalışır ama aynısı değildir!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4000" b="1">
                <a:solidFill>
                  <a:srgbClr val="667EEA"/>
                </a:solidFill>
              </a:defRPr>
            </a:pPr>
            <a:r>
              <a:t>📜 Yapay Zekanın Tarihçesi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200"/>
              </a:spcAft>
              <a:defRPr sz="2000"/>
            </a:pPr>
            <a:r>
              <a:t>Yapay zeka fikri çok eski!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 b="1"/>
            </a:pPr>
            <a:r>
              <a:t>✅ Önemli Tarihler: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/>
            </a:pPr>
            <a:r>
              <a:t>1950 📝 Alan Turing:</a:t>
            </a:r>
          </a:p>
          <a:p>
            <a:pPr lvl="1">
              <a:spcAft>
                <a:spcPts val="1200"/>
              </a:spcAft>
              <a:defRPr sz="1800"/>
            </a:pPr>
            <a:r>
              <a:t>    • 'Makineler düşünebilir mi?' sorusu</a:t>
            </a:r>
          </a:p>
          <a:p>
            <a:pPr lvl="1">
              <a:spcAft>
                <a:spcPts val="1200"/>
              </a:spcAft>
              <a:defRPr sz="1800"/>
            </a:pPr>
            <a:r>
              <a:t>    • Turing Testi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 b="1"/>
            </a:pPr>
            <a:r>
              <a:t>1956 🎯 'Yapay Zeka' terimi:</a:t>
            </a:r>
          </a:p>
          <a:p>
            <a:pPr lvl="1">
              <a:spcAft>
                <a:spcPts val="1200"/>
              </a:spcAft>
              <a:defRPr sz="1800"/>
            </a:pPr>
            <a:r>
              <a:t>    • Dartmouth Konferansı</a:t>
            </a:r>
          </a:p>
          <a:p>
            <a:pPr lvl="1">
              <a:spcAft>
                <a:spcPts val="1200"/>
              </a:spcAft>
              <a:defRPr sz="1800"/>
            </a:pPr>
            <a:r>
              <a:t>    • İlk AI programları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/>
            </a:pPr>
            <a:r>
              <a:t>1997 ♟️ Deep Blue:</a:t>
            </a:r>
          </a:p>
          <a:p>
            <a:pPr lvl="1">
              <a:spcAft>
                <a:spcPts val="1200"/>
              </a:spcAft>
              <a:defRPr sz="1800"/>
            </a:pPr>
            <a:r>
              <a:t>    • IBM'in satranç bilgisayarı</a:t>
            </a:r>
          </a:p>
          <a:p>
            <a:pPr lvl="1">
              <a:spcAft>
                <a:spcPts val="1200"/>
              </a:spcAft>
              <a:defRPr sz="1800"/>
            </a:pPr>
            <a:r>
              <a:t>    • Dünya şampiyonunu yendi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/>
            </a:pPr>
            <a:r>
              <a:t>2011 🎤 Siri:</a:t>
            </a:r>
          </a:p>
          <a:p>
            <a:pPr lvl="1">
              <a:spcAft>
                <a:spcPts val="1200"/>
              </a:spcAft>
              <a:defRPr sz="1800"/>
            </a:pPr>
            <a:r>
              <a:t>    • İlk popüler sesli asistan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/>
            </a:pPr>
            <a:r>
              <a:t>2016 🎮 AlphaGo:</a:t>
            </a:r>
          </a:p>
          <a:p>
            <a:pPr lvl="1">
              <a:spcAft>
                <a:spcPts val="1200"/>
              </a:spcAft>
              <a:defRPr sz="1800"/>
            </a:pPr>
            <a:r>
              <a:t>    • Go oyununda dünya şampiyonunu yendi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/>
            </a:pPr>
            <a:r>
              <a:t>2022 🎨 ChatGPT, DALL-E:</a:t>
            </a:r>
          </a:p>
          <a:p>
            <a:pPr lvl="1">
              <a:spcAft>
                <a:spcPts val="1200"/>
              </a:spcAft>
              <a:defRPr sz="1800"/>
            </a:pPr>
            <a:r>
              <a:t>    • Metin ve görsel üreten AI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 b="1"/>
            </a:pPr>
            <a:r>
              <a:t>💡 Yapay zeka son 10 yılda çok hızlı gelişti!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4000" b="1">
                <a:solidFill>
                  <a:srgbClr val="667EEA"/>
                </a:solidFill>
              </a:defRPr>
            </a:pPr>
            <a:r>
              <a:t>📊 Makine Öğrenmesi Nedir?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200"/>
              </a:spcAft>
              <a:defRPr sz="2000"/>
            </a:pPr>
            <a:r>
              <a:t>Makine Öğrenmesi = Makinelerin deneyimlerden öğrenmesi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 b="1"/>
            </a:pPr>
            <a:r>
              <a:t>✅ Nasıl Çalışır?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/>
            </a:pPr>
            <a:r>
              <a:t>1️⃣ Veri Topla:</a:t>
            </a:r>
          </a:p>
          <a:p>
            <a:pPr lvl="1">
              <a:spcAft>
                <a:spcPts val="1200"/>
              </a:spcAft>
              <a:defRPr sz="1800"/>
            </a:pPr>
            <a:r>
              <a:t>    • Binlerce örnek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/>
            </a:pPr>
            <a:r>
              <a:t>2️⃣ Öğren:</a:t>
            </a:r>
          </a:p>
          <a:p>
            <a:pPr lvl="1">
              <a:spcAft>
                <a:spcPts val="1200"/>
              </a:spcAft>
              <a:defRPr sz="1800"/>
            </a:pPr>
            <a:r>
              <a:t>    • Örneklerdeki kalıpları bul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/>
            </a:pPr>
            <a:r>
              <a:t>3️⃣ Tahmin Et:</a:t>
            </a:r>
          </a:p>
          <a:p>
            <a:pPr lvl="1">
              <a:spcAft>
                <a:spcPts val="1200"/>
              </a:spcAft>
              <a:defRPr sz="1800"/>
            </a:pPr>
            <a:r>
              <a:t>    • Yeni örneklerde karar ver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 b="1"/>
            </a:pPr>
            <a:r>
              <a:t>📌 Örnek: Kedi-Köpek Tanıma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/>
            </a:pPr>
            <a:r>
              <a:t>1️⃣ Binlerce kedi ve köpek fotoğrafı göster</a:t>
            </a:r>
          </a:p>
          <a:p>
            <a:pPr>
              <a:spcAft>
                <a:spcPts val="1200"/>
              </a:spcAft>
              <a:defRPr sz="2000"/>
            </a:pPr>
            <a:r>
              <a:t>2️⃣ AI kalıpları öğrenir:</a:t>
            </a:r>
          </a:p>
          <a:p>
            <a:pPr lvl="1">
              <a:spcAft>
                <a:spcPts val="1200"/>
              </a:spcAft>
              <a:defRPr sz="1800"/>
            </a:pPr>
            <a:r>
              <a:t>    • Kulak şekli</a:t>
            </a:r>
          </a:p>
          <a:p>
            <a:pPr lvl="1">
              <a:spcAft>
                <a:spcPts val="1200"/>
              </a:spcAft>
              <a:defRPr sz="1800"/>
            </a:pPr>
            <a:r>
              <a:t>    • Burun yapısı</a:t>
            </a:r>
          </a:p>
          <a:p>
            <a:pPr lvl="1">
              <a:spcAft>
                <a:spcPts val="1200"/>
              </a:spcAft>
              <a:defRPr sz="1800"/>
            </a:pPr>
            <a:r>
              <a:t>    • Vücut ölçüleri</a:t>
            </a:r>
          </a:p>
          <a:p>
            <a:pPr>
              <a:spcAft>
                <a:spcPts val="1200"/>
              </a:spcAft>
              <a:defRPr sz="2000"/>
            </a:pPr>
            <a:r>
              <a:t>3️⃣ Yeni fotoğraf göster → AI tanır: 'Bu bir kedi!'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 b="1"/>
            </a:pPr>
            <a:r>
              <a:t>💡 Ne kadar çok veri, o kadar iyi öğrenir!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 b="1"/>
            </a:pPr>
            <a:r>
              <a:t>🎯 Analoji: Sen de böyle öğrenirsin!</a:t>
            </a:r>
          </a:p>
          <a:p>
            <a:pPr>
              <a:spcAft>
                <a:spcPts val="1200"/>
              </a:spcAft>
              <a:defRPr sz="2000"/>
            </a:pPr>
            <a:r>
              <a:t>Bir kez elma gördün → Hepsini tanırsın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4000" b="1">
                <a:solidFill>
                  <a:srgbClr val="667EEA"/>
                </a:solidFill>
              </a:defRPr>
            </a:pPr>
            <a:r>
              <a:t>🧠 Derin Öğrenme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200"/>
              </a:spcAft>
              <a:defRPr sz="2000"/>
            </a:pPr>
            <a:r>
              <a:t>Derin Öğrenme = Makine öğrenmesinin ileri seviyesi</a:t>
            </a:r>
          </a:p>
          <a:p>
            <a:pPr>
              <a:spcAft>
                <a:spcPts val="1200"/>
              </a:spcAft>
              <a:defRPr sz="2000"/>
            </a:pPr>
            <a:r>
              <a:t>Yapay sinir ağları kullanır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 b="1"/>
            </a:pPr>
            <a:r>
              <a:t>✅ Yapay Sinir Ağı:</a:t>
            </a:r>
          </a:p>
          <a:p>
            <a:pPr>
              <a:spcAft>
                <a:spcPts val="1200"/>
              </a:spcAft>
              <a:defRPr sz="2000"/>
            </a:pPr>
            <a:r>
              <a:t>İnsan beynini taklit eder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/>
            </a:pPr>
            <a:r>
              <a:t>🧠 İnsan Beyni:</a:t>
            </a:r>
          </a:p>
          <a:p>
            <a:pPr lvl="1">
              <a:spcAft>
                <a:spcPts val="1200"/>
              </a:spcAft>
              <a:defRPr sz="1800"/>
            </a:pPr>
            <a:r>
              <a:t>    • Milyarlarca sinir hücresi (nöron)</a:t>
            </a:r>
          </a:p>
          <a:p>
            <a:pPr lvl="1">
              <a:spcAft>
                <a:spcPts val="1200"/>
              </a:spcAft>
              <a:defRPr sz="1800"/>
            </a:pPr>
            <a:r>
              <a:t>    • Birbirine bağlı</a:t>
            </a:r>
          </a:p>
          <a:p>
            <a:pPr lvl="1">
              <a:spcAft>
                <a:spcPts val="1200"/>
              </a:spcAft>
              <a:defRPr sz="1800"/>
            </a:pPr>
            <a:r>
              <a:t>    • Bilgi işler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/>
            </a:pPr>
            <a:r>
              <a:t>🤖 Yapay Sinir Ağı:</a:t>
            </a:r>
          </a:p>
          <a:p>
            <a:pPr lvl="1">
              <a:spcAft>
                <a:spcPts val="1200"/>
              </a:spcAft>
              <a:defRPr sz="1800"/>
            </a:pPr>
            <a:r>
              <a:t>    • Dijital nöronlar</a:t>
            </a:r>
          </a:p>
          <a:p>
            <a:pPr lvl="1">
              <a:spcAft>
                <a:spcPts val="1200"/>
              </a:spcAft>
              <a:defRPr sz="1800"/>
            </a:pPr>
            <a:r>
              <a:t>    • Katmanlar halinde</a:t>
            </a:r>
          </a:p>
          <a:p>
            <a:pPr lvl="1">
              <a:spcAft>
                <a:spcPts val="1200"/>
              </a:spcAft>
              <a:defRPr sz="1800"/>
            </a:pPr>
            <a:r>
              <a:t>    • Karmaşık kalıpları öğrenir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 b="1"/>
            </a:pPr>
            <a:r>
              <a:t>📌 Derin Öğrenme Kullanım Alanları:</a:t>
            </a:r>
          </a:p>
          <a:p>
            <a:pPr lvl="1">
              <a:spcAft>
                <a:spcPts val="1200"/>
              </a:spcAft>
              <a:defRPr sz="1800"/>
            </a:pPr>
            <a:r>
              <a:t>    • Yüz tanıma (telefon kilidi)</a:t>
            </a:r>
          </a:p>
          <a:p>
            <a:pPr lvl="1">
              <a:spcAft>
                <a:spcPts val="1200"/>
              </a:spcAft>
              <a:defRPr sz="1800"/>
            </a:pPr>
            <a:r>
              <a:t>    • Ses tanıma (Siri)</a:t>
            </a:r>
          </a:p>
          <a:p>
            <a:pPr lvl="1">
              <a:spcAft>
                <a:spcPts val="1200"/>
              </a:spcAft>
              <a:defRPr sz="1800"/>
            </a:pPr>
            <a:r>
              <a:t>    • Otomatik çeviri (Google Translate)</a:t>
            </a:r>
          </a:p>
          <a:p>
            <a:pPr lvl="1">
              <a:spcAft>
                <a:spcPts val="1200"/>
              </a:spcAft>
              <a:defRPr sz="1800"/>
            </a:pPr>
            <a:r>
              <a:t>    • Görüntü oluşturma (AI sanat)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 b="1"/>
            </a:pPr>
            <a:r>
              <a:t>💡 'Derin' kelimesi:</a:t>
            </a:r>
          </a:p>
          <a:p>
            <a:pPr>
              <a:spcAft>
                <a:spcPts val="1200"/>
              </a:spcAft>
              <a:defRPr sz="2000"/>
            </a:pPr>
            <a:r>
              <a:t>Çok katmanlı yapay sinir ağlarından gelir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4000" b="1">
                <a:solidFill>
                  <a:srgbClr val="667EEA"/>
                </a:solidFill>
              </a:defRPr>
            </a:pPr>
            <a:r>
              <a:t>🎤 Sesli Asistanlar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200"/>
              </a:spcAft>
              <a:defRPr sz="2000"/>
            </a:pPr>
            <a:r>
              <a:t>Sesli asistan = Sesinizi anlayan ve yanıt veren yapay zeka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 b="1"/>
            </a:pPr>
            <a:r>
              <a:t>✅ Popüler Sesli Asistanlar:</a:t>
            </a:r>
          </a:p>
          <a:p>
            <a:pPr lvl="1">
              <a:spcAft>
                <a:spcPts val="1200"/>
              </a:spcAft>
              <a:defRPr sz="1800"/>
            </a:pPr>
            <a:r>
              <a:t>    • Siri (Apple) 📱</a:t>
            </a:r>
          </a:p>
          <a:p>
            <a:pPr lvl="1">
              <a:spcAft>
                <a:spcPts val="1200"/>
              </a:spcAft>
              <a:defRPr sz="1800"/>
            </a:pPr>
            <a:r>
              <a:t>    • Google Asistan (Google) 🔍</a:t>
            </a:r>
          </a:p>
          <a:p>
            <a:pPr lvl="1">
              <a:spcAft>
                <a:spcPts val="1200"/>
              </a:spcAft>
              <a:defRPr sz="1800"/>
            </a:pPr>
            <a:r>
              <a:t>    • Alexa (Amazon) 🔊</a:t>
            </a:r>
          </a:p>
          <a:p>
            <a:pPr lvl="1">
              <a:spcAft>
                <a:spcPts val="1200"/>
              </a:spcAft>
              <a:defRPr sz="1800"/>
            </a:pPr>
            <a:r>
              <a:t>    • Cortana (Microsoft) 💻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 b="1"/>
            </a:pPr>
            <a:r>
              <a:t>📌 Ne Yapabilirler?</a:t>
            </a:r>
          </a:p>
          <a:p>
            <a:pPr lvl="1">
              <a:spcAft>
                <a:spcPts val="1200"/>
              </a:spcAft>
              <a:defRPr sz="1800"/>
            </a:pPr>
            <a:r>
              <a:t>    • Soru cevapla ('Hava nasıl?')</a:t>
            </a:r>
          </a:p>
          <a:p>
            <a:pPr lvl="1">
              <a:spcAft>
                <a:spcPts val="1200"/>
              </a:spcAft>
              <a:defRPr sz="1800"/>
            </a:pPr>
            <a:r>
              <a:t>    • Alarm kur</a:t>
            </a:r>
          </a:p>
          <a:p>
            <a:pPr lvl="1">
              <a:spcAft>
                <a:spcPts val="1200"/>
              </a:spcAft>
              <a:defRPr sz="1800"/>
            </a:pPr>
            <a:r>
              <a:t>    • Müzik çal</a:t>
            </a:r>
          </a:p>
          <a:p>
            <a:pPr lvl="1">
              <a:spcAft>
                <a:spcPts val="1200"/>
              </a:spcAft>
              <a:defRPr sz="1800"/>
            </a:pPr>
            <a:r>
              <a:t>    • Hesaplama yap</a:t>
            </a:r>
          </a:p>
          <a:p>
            <a:pPr lvl="1">
              <a:spcAft>
                <a:spcPts val="1200"/>
              </a:spcAft>
              <a:defRPr sz="1800"/>
            </a:pPr>
            <a:r>
              <a:t>    • Akıllı ev kontrolü (ışıklar, klima)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/>
            </a:pPr>
            <a:r>
              <a:t>⚙️ Nasıl Çalışır?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/>
            </a:pPr>
            <a:r>
              <a:t>1️⃣ Ses Tanıma:</a:t>
            </a:r>
          </a:p>
          <a:p>
            <a:pPr lvl="1">
              <a:spcAft>
                <a:spcPts val="1200"/>
              </a:spcAft>
              <a:defRPr sz="1800"/>
            </a:pPr>
            <a:r>
              <a:t>    • Sesini metne çevirir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/>
            </a:pPr>
            <a:r>
              <a:t>2️⃣ Doğal Dil İşleme:</a:t>
            </a:r>
          </a:p>
          <a:p>
            <a:pPr lvl="1">
              <a:spcAft>
                <a:spcPts val="1200"/>
              </a:spcAft>
              <a:defRPr sz="1800"/>
            </a:pPr>
            <a:r>
              <a:t>    • Cümleyi anlar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/>
            </a:pPr>
            <a:r>
              <a:t>3️⃣ İşlem:</a:t>
            </a:r>
          </a:p>
          <a:p>
            <a:pPr lvl="1">
              <a:spcAft>
                <a:spcPts val="1200"/>
              </a:spcAft>
              <a:defRPr sz="1800"/>
            </a:pPr>
            <a:r>
              <a:t>    • Cevap bulur veya görev yapar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/>
            </a:pPr>
            <a:r>
              <a:t>4️⃣ Yanıt:</a:t>
            </a:r>
          </a:p>
          <a:p>
            <a:pPr lvl="1">
              <a:spcAft>
                <a:spcPts val="1200"/>
              </a:spcAft>
              <a:defRPr sz="1800"/>
            </a:pPr>
            <a:r>
              <a:t>    • Sesli veya ekranda gösterir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4000" b="1">
                <a:solidFill>
                  <a:srgbClr val="667EEA"/>
                </a:solidFill>
              </a:defRPr>
            </a:pPr>
            <a:r>
              <a:t>👁️ Görüntü Tanıma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200"/>
              </a:spcAft>
              <a:defRPr sz="2000"/>
            </a:pPr>
            <a:r>
              <a:t>Görüntü tanıma = AI'nın fotoğraflarda/videolarda nesneleri görmesi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 b="1"/>
            </a:pPr>
            <a:r>
              <a:t>✅ Günlük Hayatta Kullanımı: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/>
            </a:pPr>
            <a:r>
              <a:t>📱 Telefon Kilit Açma:</a:t>
            </a:r>
          </a:p>
          <a:p>
            <a:pPr lvl="1">
              <a:spcAft>
                <a:spcPts val="1200"/>
              </a:spcAft>
              <a:defRPr sz="1800"/>
            </a:pPr>
            <a:r>
              <a:t>    • Yüz tanıma (Face ID)</a:t>
            </a:r>
          </a:p>
          <a:p>
            <a:pPr lvl="1">
              <a:spcAft>
                <a:spcPts val="1200"/>
              </a:spcAft>
              <a:defRPr sz="1800"/>
            </a:pPr>
            <a:r>
              <a:t>    • Parmak izi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/>
            </a:pPr>
            <a:r>
              <a:t>📷 Fotoğraf Düzenleme:</a:t>
            </a:r>
          </a:p>
          <a:p>
            <a:pPr lvl="1">
              <a:spcAft>
                <a:spcPts val="1200"/>
              </a:spcAft>
              <a:defRPr sz="1800"/>
            </a:pPr>
            <a:r>
              <a:t>    • Google Photos: 'kedi' ara → tüm kedi fotoğrafları</a:t>
            </a:r>
          </a:p>
          <a:p>
            <a:pPr lvl="1">
              <a:spcAft>
                <a:spcPts val="1200"/>
              </a:spcAft>
              <a:defRPr sz="1800"/>
            </a:pPr>
            <a:r>
              <a:t>    • Instagram filtreleri (yüzü bulur)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/>
            </a:pPr>
            <a:r>
              <a:t>🚗 Otonom Araçlar:</a:t>
            </a:r>
          </a:p>
          <a:p>
            <a:pPr lvl="1">
              <a:spcAft>
                <a:spcPts val="1200"/>
              </a:spcAft>
              <a:defRPr sz="1800"/>
            </a:pPr>
            <a:r>
              <a:t>    • Yayaları tanır</a:t>
            </a:r>
          </a:p>
          <a:p>
            <a:pPr lvl="1">
              <a:spcAft>
                <a:spcPts val="1200"/>
              </a:spcAft>
              <a:defRPr sz="1800"/>
            </a:pPr>
            <a:r>
              <a:t>    • Trafik işaretlerini okur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/>
            </a:pPr>
            <a:r>
              <a:t>🏥 Tıp:</a:t>
            </a:r>
          </a:p>
          <a:p>
            <a:pPr lvl="1">
              <a:spcAft>
                <a:spcPts val="1200"/>
              </a:spcAft>
              <a:defRPr sz="1800"/>
            </a:pPr>
            <a:r>
              <a:t>    • X-ray'de hastalık tespiti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/>
            </a:pPr>
            <a:r>
              <a:t>🔍 Güvenlik:</a:t>
            </a:r>
          </a:p>
          <a:p>
            <a:pPr lvl="1">
              <a:spcAft>
                <a:spcPts val="1200"/>
              </a:spcAft>
              <a:defRPr sz="1800"/>
            </a:pPr>
            <a:r>
              <a:t>    • Havalimanlarında yüz tanıma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 b="1"/>
            </a:pPr>
            <a:r>
              <a:t>📌 Nasıl Çalışır?</a:t>
            </a:r>
          </a:p>
          <a:p>
            <a:pPr lvl="1">
              <a:spcAft>
                <a:spcPts val="1200"/>
              </a:spcAft>
              <a:defRPr sz="1800"/>
            </a:pPr>
            <a:r>
              <a:t>    • Milyonlarca fotoğraf ile eğitilir</a:t>
            </a:r>
          </a:p>
          <a:p>
            <a:pPr lvl="1">
              <a:spcAft>
                <a:spcPts val="1200"/>
              </a:spcAft>
              <a:defRPr sz="1800"/>
            </a:pPr>
            <a:r>
              <a:t>    • Pikselleri analiz eder</a:t>
            </a:r>
          </a:p>
          <a:p>
            <a:pPr lvl="1">
              <a:spcAft>
                <a:spcPts val="1200"/>
              </a:spcAft>
              <a:defRPr sz="1800"/>
            </a:pPr>
            <a:r>
              <a:t>    • Kalıpları bulur</a:t>
            </a:r>
          </a:p>
          <a:p>
            <a:pPr lvl="1">
              <a:spcAft>
                <a:spcPts val="1200"/>
              </a:spcAft>
              <a:defRPr sz="1800"/>
            </a:pPr>
            <a:r>
              <a:t>    • Nesneyi tanır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 b="1"/>
            </a:pPr>
            <a:r>
              <a:t>💡 AI artık bazı şeyleri insandan daha iyi görüyor!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4000" b="1">
                <a:solidFill>
                  <a:srgbClr val="667EEA"/>
                </a:solidFill>
              </a:defRPr>
            </a:pPr>
            <a:r>
              <a:t>🎬 Öneri Sistemleri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200"/>
              </a:spcAft>
              <a:defRPr sz="2000"/>
            </a:pPr>
            <a:r>
              <a:t>Öneri sistemi = Senin için kişiselleştirilmiş öneriler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 b="1"/>
            </a:pPr>
            <a:r>
              <a:t>✅ Nerede Kullanılıyor?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/>
            </a:pPr>
            <a:r>
              <a:t>📺 YouTube:</a:t>
            </a:r>
          </a:p>
          <a:p>
            <a:pPr lvl="1">
              <a:spcAft>
                <a:spcPts val="1200"/>
              </a:spcAft>
              <a:defRPr sz="1800"/>
            </a:pPr>
            <a:r>
              <a:t>    • 'Sana özel videolar'</a:t>
            </a:r>
          </a:p>
          <a:p>
            <a:pPr lvl="1">
              <a:spcAft>
                <a:spcPts val="1200"/>
              </a:spcAft>
              <a:defRPr sz="1800"/>
            </a:pPr>
            <a:r>
              <a:t>    • İzlediklerine göre öneri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/>
            </a:pPr>
            <a:r>
              <a:t>🎵 Spotify:</a:t>
            </a:r>
          </a:p>
          <a:p>
            <a:pPr lvl="1">
              <a:spcAft>
                <a:spcPts val="1200"/>
              </a:spcAft>
              <a:defRPr sz="1800"/>
            </a:pPr>
            <a:r>
              <a:t>    • 'Keşfet' çalma listesi</a:t>
            </a:r>
          </a:p>
          <a:p>
            <a:pPr lvl="1">
              <a:spcAft>
                <a:spcPts val="1200"/>
              </a:spcAft>
              <a:defRPr sz="1800"/>
            </a:pPr>
            <a:r>
              <a:t>    • Dinlediğin müziğe benzer şarkılar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/>
            </a:pPr>
            <a:r>
              <a:t>🛒 Amazon/Trendyol:</a:t>
            </a:r>
          </a:p>
          <a:p>
            <a:pPr lvl="1">
              <a:spcAft>
                <a:spcPts val="1200"/>
              </a:spcAft>
              <a:defRPr sz="1800"/>
            </a:pPr>
            <a:r>
              <a:t>    • 'Bunları da beğenebilirsin'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/>
            </a:pPr>
            <a:r>
              <a:t>🎮 Netflix:</a:t>
            </a:r>
          </a:p>
          <a:p>
            <a:pPr lvl="1">
              <a:spcAft>
                <a:spcPts val="1200"/>
              </a:spcAft>
              <a:defRPr sz="1800"/>
            </a:pPr>
            <a:r>
              <a:t>    • Film/dizi önerileri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/>
            </a:pPr>
            <a:r>
              <a:t>📱 Instagram/TikTok:</a:t>
            </a:r>
          </a:p>
          <a:p>
            <a:pPr lvl="1">
              <a:spcAft>
                <a:spcPts val="1200"/>
              </a:spcAft>
              <a:defRPr sz="1800"/>
            </a:pPr>
            <a:r>
              <a:t>    • 'Keşfet' sayfası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/>
            </a:pPr>
            <a:r>
              <a:t>⚙️ Nasıl Çalışır?</a:t>
            </a:r>
          </a:p>
          <a:p>
            <a:pPr lvl="1">
              <a:spcAft>
                <a:spcPts val="1200"/>
              </a:spcAft>
              <a:defRPr sz="1800"/>
            </a:pPr>
            <a:r>
              <a:t>    • İzlediklerini, beğendiklerini kaydeder</a:t>
            </a:r>
          </a:p>
          <a:p>
            <a:pPr lvl="1">
              <a:spcAft>
                <a:spcPts val="1200"/>
              </a:spcAft>
              <a:defRPr sz="1800"/>
            </a:pPr>
            <a:r>
              <a:t>    • Benzer kullanıcıları bulur</a:t>
            </a:r>
          </a:p>
          <a:p>
            <a:pPr lvl="1">
              <a:spcAft>
                <a:spcPts val="1200"/>
              </a:spcAft>
              <a:defRPr sz="1800"/>
            </a:pPr>
            <a:r>
              <a:t>    • Onların beğendiklerini sana önerir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 b="1"/>
            </a:pPr>
            <a:r>
              <a:t>💡 Hem yararlı hem tehlikeli:</a:t>
            </a:r>
          </a:p>
          <a:p>
            <a:pPr>
              <a:spcAft>
                <a:spcPts val="1200"/>
              </a:spcAft>
              <a:defRPr sz="2000" b="1"/>
            </a:pPr>
            <a:r>
              <a:t>✅ İstediğin içeriği bulursun</a:t>
            </a:r>
          </a:p>
          <a:p>
            <a:pPr>
              <a:spcAft>
                <a:spcPts val="1200"/>
              </a:spcAft>
              <a:defRPr sz="2000"/>
            </a:pPr>
            <a:r>
              <a:t>❌ 'Filtre balonu' - Sadece benzer şeyler görürsün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4000" b="1">
                <a:solidFill>
                  <a:srgbClr val="667EEA"/>
                </a:solidFill>
              </a:defRPr>
            </a:pPr>
            <a:r>
              <a:t>🎮 Oyunlarda Yapay Zeka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200"/>
              </a:spcAft>
              <a:defRPr sz="2000"/>
            </a:pPr>
            <a:r>
              <a:t>Oyunlarda AI = Rakip karakterlerin zeki davranması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 b="1"/>
            </a:pPr>
            <a:r>
              <a:t>✅ Oyun AI'sı Örnekleri: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 b="1"/>
            </a:pPr>
            <a:r>
              <a:t>🎯 NPC (Non-Player Character):</a:t>
            </a:r>
          </a:p>
          <a:p>
            <a:pPr lvl="1">
              <a:spcAft>
                <a:spcPts val="1200"/>
              </a:spcAft>
              <a:defRPr sz="1800"/>
            </a:pPr>
            <a:r>
              <a:t>    • Düşmanlar</a:t>
            </a:r>
          </a:p>
          <a:p>
            <a:pPr lvl="1">
              <a:spcAft>
                <a:spcPts val="1200"/>
              </a:spcAft>
              <a:defRPr sz="1800"/>
            </a:pPr>
            <a:r>
              <a:t>    • Takım arkadaşları</a:t>
            </a:r>
          </a:p>
          <a:p>
            <a:pPr lvl="1">
              <a:spcAft>
                <a:spcPts val="1200"/>
              </a:spcAft>
              <a:defRPr sz="1800"/>
            </a:pPr>
            <a:r>
              <a:t>    • Köylüler, karakterler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 b="1"/>
            </a:pPr>
            <a:r>
              <a:t>📌 AI Ne Yapar?</a:t>
            </a:r>
          </a:p>
          <a:p>
            <a:pPr lvl="1">
              <a:spcAft>
                <a:spcPts val="1200"/>
              </a:spcAft>
              <a:defRPr sz="1800"/>
            </a:pPr>
            <a:r>
              <a:t>    • Seni takip eder</a:t>
            </a:r>
          </a:p>
          <a:p>
            <a:pPr lvl="1">
              <a:spcAft>
                <a:spcPts val="1200"/>
              </a:spcAft>
              <a:defRPr sz="1800"/>
            </a:pPr>
            <a:r>
              <a:t>    • Stratejik kararlar verir</a:t>
            </a:r>
          </a:p>
          <a:p>
            <a:pPr lvl="1">
              <a:spcAft>
                <a:spcPts val="1200"/>
              </a:spcAft>
              <a:defRPr sz="1800"/>
            </a:pPr>
            <a:r>
              <a:t>    • Engelleri aşar</a:t>
            </a:r>
          </a:p>
          <a:p>
            <a:pPr lvl="1">
              <a:spcAft>
                <a:spcPts val="1200"/>
              </a:spcAft>
              <a:defRPr sz="1800"/>
            </a:pPr>
            <a:r>
              <a:t>    • Zorluğa göre uyum sağlar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/>
            </a:pPr>
            <a:r>
              <a:t>🎮 Popüler Örnekler: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/>
            </a:pPr>
            <a:r>
              <a:t>♟️ Satranç/Dama:</a:t>
            </a:r>
          </a:p>
          <a:p>
            <a:pPr lvl="1">
              <a:spcAft>
                <a:spcPts val="1200"/>
              </a:spcAft>
              <a:defRPr sz="1800"/>
            </a:pPr>
            <a:r>
              <a:t>    • Birkaç hamle önceden düşünür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/>
            </a:pPr>
            <a:r>
              <a:t>🧟 Minecraft Mob'ları:</a:t>
            </a:r>
          </a:p>
          <a:p>
            <a:pPr lvl="1">
              <a:spcAft>
                <a:spcPts val="1200"/>
              </a:spcAft>
              <a:defRPr sz="1800"/>
            </a:pPr>
            <a:r>
              <a:t>    • Zombie seni bulur ve kovalar</a:t>
            </a:r>
          </a:p>
          <a:p>
            <a:pPr lvl="1">
              <a:spcAft>
                <a:spcPts val="1200"/>
              </a:spcAft>
              <a:defRPr sz="1800"/>
            </a:pPr>
            <a:r>
              <a:t>    • Creeper yaklaşır ve patlar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/>
            </a:pPr>
            <a:r>
              <a:t>🏎️ Yarış Oyunları:</a:t>
            </a:r>
          </a:p>
          <a:p>
            <a:pPr lvl="1">
              <a:spcAft>
                <a:spcPts val="1200"/>
              </a:spcAft>
              <a:defRPr sz="1800"/>
            </a:pPr>
            <a:r>
              <a:t>    • Rakip arabalar akıllıca yarışır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 b="1"/>
            </a:pPr>
            <a:r>
              <a:t>💡 Oyun AI'sı ne kadar iyi olursa, oyun o kadar eğlenceli!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4000" b="1">
                <a:solidFill>
                  <a:srgbClr val="667EEA"/>
                </a:solidFill>
              </a:defRPr>
            </a:pPr>
            <a:r>
              <a:t>🎨 Yaratıcı Yapay Zeka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200"/>
              </a:spcAft>
              <a:defRPr sz="2000"/>
            </a:pPr>
            <a:r>
              <a:t>AI artık sadece hesap yapmıyor, sanat da üretiyor!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 b="1"/>
            </a:pPr>
            <a:r>
              <a:t>✅ Yaratıcı AI Örnekleri: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/>
            </a:pPr>
            <a:r>
              <a:t>🎨 Görsel Üretme:</a:t>
            </a:r>
          </a:p>
          <a:p>
            <a:pPr lvl="1">
              <a:spcAft>
                <a:spcPts val="1200"/>
              </a:spcAft>
              <a:defRPr sz="1800"/>
            </a:pPr>
            <a:r>
              <a:t>    • DALL-E, Midjourney, Stable Diffusion</a:t>
            </a:r>
          </a:p>
          <a:p>
            <a:pPr lvl="1">
              <a:spcAft>
                <a:spcPts val="1200"/>
              </a:spcAft>
              <a:defRPr sz="1800"/>
            </a:pPr>
            <a:r>
              <a:t>    • Metin yazarsın → Resim oluşturur</a:t>
            </a:r>
          </a:p>
          <a:p>
            <a:pPr lvl="1">
              <a:spcAft>
                <a:spcPts val="1200"/>
              </a:spcAft>
              <a:defRPr sz="1800"/>
            </a:pPr>
            <a:r>
              <a:t>    • Örnek: 'Uzayda yüzen kedi' → AI çizer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/>
            </a:pPr>
            <a:r>
              <a:t>✍️ Metin Üretme:</a:t>
            </a:r>
          </a:p>
          <a:p>
            <a:pPr lvl="1">
              <a:spcAft>
                <a:spcPts val="1200"/>
              </a:spcAft>
              <a:defRPr sz="1800"/>
            </a:pPr>
            <a:r>
              <a:t>    • ChatGPT</a:t>
            </a:r>
          </a:p>
          <a:p>
            <a:pPr lvl="1">
              <a:spcAft>
                <a:spcPts val="1200"/>
              </a:spcAft>
              <a:defRPr sz="1800"/>
            </a:pPr>
            <a:r>
              <a:t>    • Hikaye yazar, şiir oluşturur</a:t>
            </a:r>
          </a:p>
          <a:p>
            <a:pPr lvl="1">
              <a:spcAft>
                <a:spcPts val="1200"/>
              </a:spcAft>
              <a:defRPr sz="1800"/>
            </a:pPr>
            <a:r>
              <a:t>    • Soru cevaplar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/>
            </a:pPr>
            <a:r>
              <a:t>🎵 Müzik Üretme:</a:t>
            </a:r>
          </a:p>
          <a:p>
            <a:pPr lvl="1">
              <a:spcAft>
                <a:spcPts val="1200"/>
              </a:spcAft>
              <a:defRPr sz="1800"/>
            </a:pPr>
            <a:r>
              <a:t>    • AI besteler yapabilir</a:t>
            </a:r>
          </a:p>
          <a:p>
            <a:pPr lvl="1">
              <a:spcAft>
                <a:spcPts val="1200"/>
              </a:spcAft>
              <a:defRPr sz="1800"/>
            </a:pPr>
            <a:r>
              <a:t>    • Suno, AIVA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/>
            </a:pPr>
            <a:r>
              <a:t>🎬 Video Üretme:</a:t>
            </a:r>
          </a:p>
          <a:p>
            <a:pPr lvl="1">
              <a:spcAft>
                <a:spcPts val="1200"/>
              </a:spcAft>
              <a:defRPr sz="1800"/>
            </a:pPr>
            <a:r>
              <a:t>    • Kısa videolar oluşturabilir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 b="1"/>
            </a:pPr>
            <a:r>
              <a:t>📌 Nasıl Kullanılır?</a:t>
            </a:r>
          </a:p>
          <a:p>
            <a:pPr lvl="1">
              <a:spcAft>
                <a:spcPts val="1200"/>
              </a:spcAft>
              <a:defRPr sz="1800"/>
            </a:pPr>
            <a:r>
              <a:t>    • Prompt (komut) yazarsın</a:t>
            </a:r>
          </a:p>
          <a:p>
            <a:pPr lvl="1">
              <a:spcAft>
                <a:spcPts val="1200"/>
              </a:spcAft>
              <a:defRPr sz="1800"/>
            </a:pPr>
            <a:r>
              <a:t>    • AI üretir</a:t>
            </a:r>
          </a:p>
          <a:p>
            <a:pPr lvl="1">
              <a:spcAft>
                <a:spcPts val="1200"/>
              </a:spcAft>
              <a:defRPr sz="1800"/>
            </a:pPr>
            <a:r>
              <a:t>    • Beğenmezsen tekrar dene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 b="1"/>
            </a:pPr>
            <a:r>
              <a:t>💡 Etik Soru:</a:t>
            </a:r>
          </a:p>
          <a:p>
            <a:pPr>
              <a:spcAft>
                <a:spcPts val="1200"/>
              </a:spcAft>
              <a:defRPr sz="2000"/>
            </a:pPr>
            <a:r>
              <a:t>AI'nın ürettiği sanat, gerçek sanat mıdır?</a:t>
            </a:r>
          </a:p>
          <a:p>
            <a:pPr>
              <a:spcAft>
                <a:spcPts val="1200"/>
              </a:spcAft>
              <a:defRPr sz="2000"/>
            </a:pPr>
            <a:r>
              <a:t>Kim sahibidir?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4000" b="1">
                <a:solidFill>
                  <a:srgbClr val="667EEA"/>
                </a:solidFill>
              </a:defRPr>
            </a:pPr>
            <a:r>
              <a:t>⚖️ Yapay Zekanın Etik Sorunları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200"/>
              </a:spcAft>
              <a:defRPr sz="2000"/>
            </a:pPr>
            <a:r>
              <a:t>Yapay zeka güçlü bir araç ama bazı sorunları var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 b="1"/>
            </a:pPr>
            <a:r>
              <a:t>✅ Etik Sorunlar: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/>
            </a:pPr>
            <a:r>
              <a:t>🎭 Önyargı (Bias):</a:t>
            </a:r>
          </a:p>
          <a:p>
            <a:pPr lvl="1">
              <a:spcAft>
                <a:spcPts val="1200"/>
              </a:spcAft>
              <a:defRPr sz="1800"/>
            </a:pPr>
            <a:r>
              <a:t>    • AI verilere göre öğrenir</a:t>
            </a:r>
          </a:p>
          <a:p>
            <a:pPr lvl="1">
              <a:spcAft>
                <a:spcPts val="1200"/>
              </a:spcAft>
              <a:defRPr sz="1800"/>
            </a:pPr>
            <a:r>
              <a:t>    • Yanlış veri = Yanlış karar</a:t>
            </a:r>
          </a:p>
          <a:p>
            <a:pPr lvl="1">
              <a:spcAft>
                <a:spcPts val="1200"/>
              </a:spcAft>
              <a:defRPr sz="1800"/>
            </a:pPr>
            <a:r>
              <a:t>    • Örnek: Sadece erkek doktor fotoğrafları → 'Doktor = Erkek' düşüncesi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/>
            </a:pPr>
            <a:r>
              <a:t>🔒 Gizlilik:</a:t>
            </a:r>
          </a:p>
          <a:p>
            <a:pPr lvl="1">
              <a:spcAft>
                <a:spcPts val="1200"/>
              </a:spcAft>
              <a:defRPr sz="1800"/>
            </a:pPr>
            <a:r>
              <a:t>    • AI çok veri topluyor</a:t>
            </a:r>
          </a:p>
          <a:p>
            <a:pPr lvl="1">
              <a:spcAft>
                <a:spcPts val="1200"/>
              </a:spcAft>
              <a:defRPr sz="1800"/>
            </a:pPr>
            <a:r>
              <a:t>    • Kişisel bilgiler tehlikede olabilir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/>
            </a:pPr>
            <a:r>
              <a:t>💼 İş Kaybı:</a:t>
            </a:r>
          </a:p>
          <a:p>
            <a:pPr lvl="1">
              <a:spcAft>
                <a:spcPts val="1200"/>
              </a:spcAft>
              <a:defRPr sz="1800"/>
            </a:pPr>
            <a:r>
              <a:t>    • Bazı meslekler AI ile değiştirilebilir</a:t>
            </a:r>
          </a:p>
          <a:p>
            <a:pPr lvl="1">
              <a:spcAft>
                <a:spcPts val="1200"/>
              </a:spcAft>
              <a:defRPr sz="1800"/>
            </a:pPr>
            <a:r>
              <a:t>    • Kasiyerlik, fabrika işleri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/>
            </a:pPr>
            <a:r>
              <a:t>🎭 Deepfake:</a:t>
            </a:r>
          </a:p>
          <a:p>
            <a:pPr lvl="1">
              <a:spcAft>
                <a:spcPts val="1200"/>
              </a:spcAft>
              <a:defRPr sz="1800"/>
            </a:pPr>
            <a:r>
              <a:t>    • Sahte video/ses oluşturma</a:t>
            </a:r>
          </a:p>
          <a:p>
            <a:pPr lvl="1">
              <a:spcAft>
                <a:spcPts val="1200"/>
              </a:spcAft>
              <a:defRPr sz="1800"/>
            </a:pPr>
            <a:r>
              <a:t>    • Yalan haber yayabilir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/>
            </a:pPr>
            <a:r>
              <a:t>⚖️ Sorumluluk:</a:t>
            </a:r>
          </a:p>
          <a:p>
            <a:pPr lvl="1">
              <a:spcAft>
                <a:spcPts val="1200"/>
              </a:spcAft>
              <a:defRPr sz="1800"/>
            </a:pPr>
            <a:r>
              <a:t>    • AI hata yaparsa kim sorumlu?</a:t>
            </a:r>
          </a:p>
          <a:p>
            <a:pPr lvl="1">
              <a:spcAft>
                <a:spcPts val="1200"/>
              </a:spcAft>
              <a:defRPr sz="1800"/>
            </a:pPr>
            <a:r>
              <a:t>    • Otonom araç kaza yaparsa?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 b="1"/>
            </a:pPr>
            <a:r>
              <a:t>💡 AI'yı etik ve sorumlu kullanmalıyız!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4000" b="1">
                <a:solidFill>
                  <a:srgbClr val="667EEA"/>
                </a:solidFill>
              </a:defRPr>
            </a:pPr>
            <a:r>
              <a:t>👨‍💼 Geleceğin Meslekleri ve AI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200"/>
              </a:spcAft>
              <a:defRPr sz="2000"/>
            </a:pPr>
            <a:r>
              <a:t>Yapay zeka bazı meslekleri değiştirecek, bazılarını yaratacak!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 b="1"/>
            </a:pPr>
            <a:r>
              <a:t>✅ Yok Olabilecek Meslekler:</a:t>
            </a:r>
          </a:p>
          <a:p>
            <a:pPr lvl="1">
              <a:spcAft>
                <a:spcPts val="1200"/>
              </a:spcAft>
              <a:defRPr sz="1800"/>
            </a:pPr>
            <a:r>
              <a:t>    • Fabrika işçileri (robotlar yapacak)</a:t>
            </a:r>
          </a:p>
          <a:p>
            <a:pPr lvl="1">
              <a:spcAft>
                <a:spcPts val="1200"/>
              </a:spcAft>
              <a:defRPr sz="1800"/>
            </a:pPr>
            <a:r>
              <a:t>    • Kasiyerler (otomasyon)</a:t>
            </a:r>
          </a:p>
          <a:p>
            <a:pPr lvl="1">
              <a:spcAft>
                <a:spcPts val="1200"/>
              </a:spcAft>
              <a:defRPr sz="1800"/>
            </a:pPr>
            <a:r>
              <a:t>    • Veri giriş elemanları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 b="1"/>
            </a:pPr>
            <a:r>
              <a:t>✅ Değişecek Meslekler:</a:t>
            </a:r>
          </a:p>
          <a:p>
            <a:pPr lvl="1">
              <a:spcAft>
                <a:spcPts val="1200"/>
              </a:spcAft>
              <a:defRPr sz="1800"/>
            </a:pPr>
            <a:r>
              <a:t>    • Öğretmenler (AI yardımcı olacak)</a:t>
            </a:r>
          </a:p>
          <a:p>
            <a:pPr lvl="1">
              <a:spcAft>
                <a:spcPts val="1200"/>
              </a:spcAft>
              <a:defRPr sz="1800"/>
            </a:pPr>
            <a:r>
              <a:t>    • Doktorlar (AI teşhis yardımcısı)</a:t>
            </a:r>
          </a:p>
          <a:p>
            <a:pPr lvl="1">
              <a:spcAft>
                <a:spcPts val="1200"/>
              </a:spcAft>
              <a:defRPr sz="1800"/>
            </a:pPr>
            <a:r>
              <a:t>    • Sanatçılar (AI araçlarını kullanacak)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 b="1"/>
            </a:pPr>
            <a:r>
              <a:t>✅ Yeni Meslekler:</a:t>
            </a:r>
          </a:p>
          <a:p>
            <a:pPr lvl="1">
              <a:spcAft>
                <a:spcPts val="1200"/>
              </a:spcAft>
              <a:defRPr sz="1800"/>
            </a:pPr>
            <a:r>
              <a:t>    • AI Eğitim Uzmanı</a:t>
            </a:r>
          </a:p>
          <a:p>
            <a:pPr lvl="1">
              <a:spcAft>
                <a:spcPts val="1200"/>
              </a:spcAft>
              <a:defRPr sz="1800"/>
            </a:pPr>
            <a:r>
              <a:t>    • Veri Bilimcisi</a:t>
            </a:r>
          </a:p>
          <a:p>
            <a:pPr lvl="1">
              <a:spcAft>
                <a:spcPts val="1200"/>
              </a:spcAft>
              <a:defRPr sz="1800"/>
            </a:pPr>
            <a:r>
              <a:t>    • Makine Öğrenmesi Mühendisi</a:t>
            </a:r>
          </a:p>
          <a:p>
            <a:pPr lvl="1">
              <a:spcAft>
                <a:spcPts val="1200"/>
              </a:spcAft>
              <a:defRPr sz="1800"/>
            </a:pPr>
            <a:r>
              <a:t>    • AI Etik Uzmanı</a:t>
            </a:r>
          </a:p>
          <a:p>
            <a:pPr lvl="1">
              <a:spcAft>
                <a:spcPts val="1200"/>
              </a:spcAft>
              <a:defRPr sz="1800"/>
            </a:pPr>
            <a:r>
              <a:t>    • Robot Tasarımcısı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 b="1"/>
            </a:pPr>
            <a:r>
              <a:t>💡 Gelecekte Önemli Beceriler:</a:t>
            </a:r>
          </a:p>
          <a:p>
            <a:pPr lvl="1">
              <a:spcAft>
                <a:spcPts val="1200"/>
              </a:spcAft>
              <a:defRPr sz="1800"/>
            </a:pPr>
            <a:r>
              <a:t>    • Yaratıcılık</a:t>
            </a:r>
          </a:p>
          <a:p>
            <a:pPr lvl="1">
              <a:spcAft>
                <a:spcPts val="1200"/>
              </a:spcAft>
              <a:defRPr sz="1800"/>
            </a:pPr>
            <a:r>
              <a:t>    • Eleştirel düşünme</a:t>
            </a:r>
          </a:p>
          <a:p>
            <a:pPr lvl="1">
              <a:spcAft>
                <a:spcPts val="1200"/>
              </a:spcAft>
              <a:defRPr sz="1800"/>
            </a:pPr>
            <a:r>
              <a:t>    • Kodlama</a:t>
            </a:r>
          </a:p>
          <a:p>
            <a:pPr lvl="1">
              <a:spcAft>
                <a:spcPts val="1200"/>
              </a:spcAft>
              <a:defRPr sz="1800"/>
            </a:pPr>
            <a:r>
              <a:t>    • Problem çözme</a:t>
            </a:r>
          </a:p>
          <a:p>
            <a:pPr lvl="1">
              <a:spcAft>
                <a:spcPts val="1200"/>
              </a:spcAft>
              <a:defRPr sz="1800"/>
            </a:pPr>
            <a:r>
              <a:t>    • İşbirliği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 b="1"/>
            </a:pPr>
            <a:r>
              <a:t>🎯 AI ile rekabet etme, AI ile işbirliği yap!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4000" b="1">
                <a:solidFill>
                  <a:srgbClr val="667EEA"/>
                </a:solidFill>
              </a:defRPr>
            </a:pPr>
            <a:r>
              <a:t>🛠️ AI ile Neler Yapabilirsin?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200"/>
              </a:spcAft>
              <a:defRPr sz="2000"/>
            </a:pPr>
            <a:r>
              <a:t>Sen de yapay zekayı öğrenebilir ve kullanabilirsin!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 b="1"/>
            </a:pPr>
            <a:r>
              <a:t>✅ Başlangıç Seviyesi: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/>
            </a:pPr>
            <a:r>
              <a:t>🎨 Görsel Oluşturma:</a:t>
            </a:r>
          </a:p>
          <a:p>
            <a:pPr lvl="1">
              <a:spcAft>
                <a:spcPts val="1200"/>
              </a:spcAft>
              <a:defRPr sz="1800"/>
            </a:pPr>
            <a:r>
              <a:t>    • Bing Image Creator</a:t>
            </a:r>
          </a:p>
          <a:p>
            <a:pPr lvl="1">
              <a:spcAft>
                <a:spcPts val="1200"/>
              </a:spcAft>
              <a:defRPr sz="1800"/>
            </a:pPr>
            <a:r>
              <a:t>    • Craiyon (Ücretsiz)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/>
            </a:pPr>
            <a:r>
              <a:t>🤖 Chatbot ile Konuşma:</a:t>
            </a:r>
          </a:p>
          <a:p>
            <a:pPr lvl="1">
              <a:spcAft>
                <a:spcPts val="1200"/>
              </a:spcAft>
              <a:defRPr sz="1800"/>
            </a:pPr>
            <a:r>
              <a:t>    • ChatGPT (Ebeveyn izni ile)</a:t>
            </a:r>
          </a:p>
          <a:p>
            <a:pPr lvl="1">
              <a:spcAft>
                <a:spcPts val="1200"/>
              </a:spcAft>
              <a:defRPr sz="1800"/>
            </a:pPr>
            <a:r>
              <a:t>    • Soru sor, öğren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/>
            </a:pPr>
            <a:r>
              <a:t>🎮 Scratch ile AI:</a:t>
            </a:r>
          </a:p>
          <a:p>
            <a:pPr lvl="1">
              <a:spcAft>
                <a:spcPts val="1200"/>
              </a:spcAft>
              <a:defRPr sz="1800"/>
            </a:pPr>
            <a:r>
              <a:t>    • Makine öğrenmesi blokları</a:t>
            </a:r>
          </a:p>
          <a:p>
            <a:pPr lvl="1">
              <a:spcAft>
                <a:spcPts val="1200"/>
              </a:spcAft>
              <a:defRPr sz="1800"/>
            </a:pPr>
            <a:r>
              <a:t>    • Basit AI projeleri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/>
            </a:pPr>
            <a:r>
              <a:t>📚 Google Teachable Machine:</a:t>
            </a:r>
          </a:p>
          <a:p>
            <a:pPr lvl="1">
              <a:spcAft>
                <a:spcPts val="1200"/>
              </a:spcAft>
              <a:defRPr sz="1800"/>
            </a:pPr>
            <a:r>
              <a:t>    • Kendi AI modelini eğit</a:t>
            </a:r>
          </a:p>
          <a:p>
            <a:pPr lvl="1">
              <a:spcAft>
                <a:spcPts val="1200"/>
              </a:spcAft>
              <a:defRPr sz="1800"/>
            </a:pPr>
            <a:r>
              <a:t>    • Görüntü, ses, pozisyon tanıma</a:t>
            </a:r>
          </a:p>
          <a:p>
            <a:pPr lvl="1">
              <a:spcAft>
                <a:spcPts val="1200"/>
              </a:spcAft>
              <a:defRPr sz="1800"/>
            </a:pPr>
            <a:r>
              <a:t>    • Kodlama bilmeden yapabilirsin!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 b="1"/>
            </a:pPr>
            <a:r>
              <a:t>💡 Nasıl Başlarsın?</a:t>
            </a:r>
          </a:p>
          <a:p>
            <a:pPr>
              <a:spcAft>
                <a:spcPts val="1200"/>
              </a:spcAft>
              <a:defRPr sz="2000"/>
            </a:pPr>
            <a:r>
              <a:t>1️⃣ Merak et ve araştır</a:t>
            </a:r>
          </a:p>
          <a:p>
            <a:pPr>
              <a:spcAft>
                <a:spcPts val="1200"/>
              </a:spcAft>
              <a:defRPr sz="2000"/>
            </a:pPr>
            <a:r>
              <a:t>2️⃣ Basit projelerle başla</a:t>
            </a:r>
          </a:p>
          <a:p>
            <a:pPr>
              <a:spcAft>
                <a:spcPts val="1200"/>
              </a:spcAft>
              <a:defRPr sz="2000"/>
            </a:pPr>
            <a:r>
              <a:t>3️⃣ Deneme yanılma yap</a:t>
            </a:r>
          </a:p>
          <a:p>
            <a:pPr>
              <a:spcAft>
                <a:spcPts val="1200"/>
              </a:spcAft>
              <a:defRPr sz="2000"/>
            </a:pPr>
            <a:r>
              <a:t>4️⃣ Ebeveyn/öğretmen gözetiminde kullan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4000" b="1">
                <a:solidFill>
                  <a:srgbClr val="667EEA"/>
                </a:solidFill>
              </a:defRPr>
            </a:pPr>
            <a:r>
              <a:t>🌍 AI'nın Geleceği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200"/>
              </a:spcAft>
              <a:defRPr sz="2000"/>
            </a:pPr>
            <a:r>
              <a:t>Yapay zeka gelecekte nasıl olacak?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 b="1"/>
            </a:pPr>
            <a:r>
              <a:t>✅ Gelecekteki AI Uygulamaları: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/>
            </a:pPr>
            <a:r>
              <a:t>🚗 Otonom Araçlar:</a:t>
            </a:r>
          </a:p>
          <a:p>
            <a:pPr lvl="1">
              <a:spcAft>
                <a:spcPts val="1200"/>
              </a:spcAft>
              <a:defRPr sz="1800"/>
            </a:pPr>
            <a:r>
              <a:t>    • Kendi kendine giden arabalar</a:t>
            </a:r>
          </a:p>
          <a:p>
            <a:pPr lvl="1">
              <a:spcAft>
                <a:spcPts val="1200"/>
              </a:spcAft>
              <a:defRPr sz="1800"/>
            </a:pPr>
            <a:r>
              <a:t>    • Trafik kazaları azalacak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/>
            </a:pPr>
            <a:r>
              <a:t>🏥 Gelişmiş Sağlık:</a:t>
            </a:r>
          </a:p>
          <a:p>
            <a:pPr lvl="1">
              <a:spcAft>
                <a:spcPts val="1200"/>
              </a:spcAft>
              <a:defRPr sz="1800"/>
            </a:pPr>
            <a:r>
              <a:t>    • Hastalık teşhisi</a:t>
            </a:r>
          </a:p>
          <a:p>
            <a:pPr lvl="1">
              <a:spcAft>
                <a:spcPts val="1200"/>
              </a:spcAft>
              <a:defRPr sz="1800"/>
            </a:pPr>
            <a:r>
              <a:t>    • Kişiselleştirilmiş tedavi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/>
            </a:pPr>
            <a:r>
              <a:t>🏠 Akıllı Şehirler:</a:t>
            </a:r>
          </a:p>
          <a:p>
            <a:pPr lvl="1">
              <a:spcAft>
                <a:spcPts val="1200"/>
              </a:spcAft>
              <a:defRPr sz="1800"/>
            </a:pPr>
            <a:r>
              <a:t>    • Trafik yönetimi</a:t>
            </a:r>
          </a:p>
          <a:p>
            <a:pPr lvl="1">
              <a:spcAft>
                <a:spcPts val="1200"/>
              </a:spcAft>
              <a:defRPr sz="1800"/>
            </a:pPr>
            <a:r>
              <a:t>    • Enerji tasarrufu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/>
            </a:pPr>
            <a:r>
              <a:t>🌱 Çevre Koruma:</a:t>
            </a:r>
          </a:p>
          <a:p>
            <a:pPr lvl="1">
              <a:spcAft>
                <a:spcPts val="1200"/>
              </a:spcAft>
              <a:defRPr sz="1800"/>
            </a:pPr>
            <a:r>
              <a:t>    • İklim değişikliği tahmini</a:t>
            </a:r>
          </a:p>
          <a:p>
            <a:pPr lvl="1">
              <a:spcAft>
                <a:spcPts val="1200"/>
              </a:spcAft>
              <a:defRPr sz="1800"/>
            </a:pPr>
            <a:r>
              <a:t>    • Geri dönüşüm optimizasyonu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/>
            </a:pPr>
            <a:r>
              <a:t>🎓 Eğitim:</a:t>
            </a:r>
          </a:p>
          <a:p>
            <a:pPr lvl="1">
              <a:spcAft>
                <a:spcPts val="1200"/>
              </a:spcAft>
              <a:defRPr sz="1800"/>
            </a:pPr>
            <a:r>
              <a:t>    • Kişiselleştirilmiş öğrenme</a:t>
            </a:r>
          </a:p>
          <a:p>
            <a:pPr lvl="1">
              <a:spcAft>
                <a:spcPts val="1200"/>
              </a:spcAft>
              <a:defRPr sz="1800"/>
            </a:pPr>
            <a:r>
              <a:t>    • AI öğretmen yardımcıları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/>
            </a:pPr>
            <a:r>
              <a:t>🤖 Genel Yapay Zeka (AGI)?</a:t>
            </a:r>
          </a:p>
          <a:p>
            <a:pPr lvl="1">
              <a:spcAft>
                <a:spcPts val="1200"/>
              </a:spcAft>
              <a:defRPr sz="1800"/>
            </a:pPr>
            <a:r>
              <a:t>    • Her alanda insan seviyesinde AI</a:t>
            </a:r>
          </a:p>
          <a:p>
            <a:pPr lvl="1">
              <a:spcAft>
                <a:spcPts val="1200"/>
              </a:spcAft>
              <a:defRPr sz="1800"/>
            </a:pPr>
            <a:r>
              <a:t>    • Henüz çok uzak!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 b="1"/>
            </a:pPr>
            <a:r>
              <a:t>💡 Sen bu geleceği şekillendireceksin!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4000" b="1">
                <a:solidFill>
                  <a:srgbClr val="667EEA"/>
                </a:solidFill>
              </a:defRPr>
            </a:pPr>
            <a:r>
              <a:t>📝 Ünite Özeti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200"/>
              </a:spcAft>
              <a:defRPr sz="2000"/>
            </a:pPr>
            <a:r>
              <a:t>Bu ünitede neler öğrendik?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 b="1"/>
            </a:pPr>
            <a:r>
              <a:t>✅ Yapay zeka nedir, nasıl çalışır</a:t>
            </a:r>
          </a:p>
          <a:p>
            <a:pPr>
              <a:spcAft>
                <a:spcPts val="1200"/>
              </a:spcAft>
              <a:defRPr sz="2000" b="1"/>
            </a:pPr>
            <a:r>
              <a:t>✅ Yapay zekanın tarihi</a:t>
            </a:r>
          </a:p>
          <a:p>
            <a:pPr>
              <a:spcAft>
                <a:spcPts val="1200"/>
              </a:spcAft>
              <a:defRPr sz="2000" b="1"/>
            </a:pPr>
            <a:r>
              <a:t>✅ Makine öğrenmesi ve derin öğrenme</a:t>
            </a:r>
          </a:p>
          <a:p>
            <a:pPr>
              <a:spcAft>
                <a:spcPts val="1200"/>
              </a:spcAft>
              <a:defRPr sz="2000" b="1"/>
            </a:pPr>
            <a:r>
              <a:t>✅ Sesli asistanlar ve günlük kullanım</a:t>
            </a:r>
          </a:p>
          <a:p>
            <a:pPr>
              <a:spcAft>
                <a:spcPts val="1200"/>
              </a:spcAft>
              <a:defRPr sz="2000" b="1"/>
            </a:pPr>
            <a:r>
              <a:t>✅ Görüntü tanıma teknolojisi</a:t>
            </a:r>
          </a:p>
          <a:p>
            <a:pPr>
              <a:spcAft>
                <a:spcPts val="1200"/>
              </a:spcAft>
              <a:defRPr sz="2000" b="1"/>
            </a:pPr>
            <a:r>
              <a:t>✅ Öneri sistemleri</a:t>
            </a:r>
          </a:p>
          <a:p>
            <a:pPr>
              <a:spcAft>
                <a:spcPts val="1200"/>
              </a:spcAft>
              <a:defRPr sz="2000" b="1"/>
            </a:pPr>
            <a:r>
              <a:t>✅ Oyunlarda yapay zeka</a:t>
            </a:r>
          </a:p>
          <a:p>
            <a:pPr>
              <a:spcAft>
                <a:spcPts val="1200"/>
              </a:spcAft>
              <a:defRPr sz="2000" b="1"/>
            </a:pPr>
            <a:r>
              <a:t>✅ Yaratıcı AI (sanat, müzik, metin)</a:t>
            </a:r>
          </a:p>
          <a:p>
            <a:pPr>
              <a:spcAft>
                <a:spcPts val="1200"/>
              </a:spcAft>
              <a:defRPr sz="2000" b="1"/>
            </a:pPr>
            <a:r>
              <a:t>✅ Yapay zekanın etik sorunları</a:t>
            </a:r>
          </a:p>
          <a:p>
            <a:pPr>
              <a:spcAft>
                <a:spcPts val="1200"/>
              </a:spcAft>
              <a:defRPr sz="2000" b="1"/>
            </a:pPr>
            <a:r>
              <a:t>✅ Geleceğin meslekleri</a:t>
            </a:r>
          </a:p>
          <a:p>
            <a:pPr>
              <a:spcAft>
                <a:spcPts val="1200"/>
              </a:spcAft>
              <a:defRPr sz="2000" b="1"/>
            </a:pPr>
            <a:r>
              <a:t>✅ AI ile neler yapabilirsin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 b="1"/>
            </a:pPr>
            <a:r>
              <a:t>💡 Anahtar Mesaj:</a:t>
            </a:r>
          </a:p>
          <a:p>
            <a:pPr>
              <a:spcAft>
                <a:spcPts val="1200"/>
              </a:spcAft>
              <a:defRPr sz="2000"/>
            </a:pPr>
            <a:r>
              <a:t>Yapay zeka geleceğin en önemli teknolojilerinden biri!</a:t>
            </a:r>
          </a:p>
          <a:p>
            <a:pPr>
              <a:spcAft>
                <a:spcPts val="1200"/>
              </a:spcAft>
              <a:defRPr sz="2000"/>
            </a:pPr>
            <a:r>
              <a:t>Sen de AI ile çalışmayı öğrenebilirsin.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 b="1"/>
            </a:pPr>
            <a:r>
              <a:t>🎯 Artık yapay zeka konusunda bilinçlisin!</a:t>
            </a:r>
          </a:p>
          <a:p>
            <a:pPr>
              <a:spcAft>
                <a:spcPts val="1200"/>
              </a:spcAft>
              <a:defRPr sz="2000"/>
            </a:pPr>
            <a:r>
              <a:t>🤖 Geleceği sen şekillendir!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4000" b="1">
                <a:solidFill>
                  <a:srgbClr val="667EEA"/>
                </a:solidFill>
              </a:defRPr>
            </a:pPr>
            <a:r>
              <a:t>📚 Kaynaklar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200"/>
              </a:spcAft>
              <a:defRPr sz="2000"/>
            </a:pPr>
            <a:r>
              <a:t>🎥 İzlenecek Videolar:</a:t>
            </a:r>
          </a:p>
          <a:p>
            <a:pPr lvl="1">
              <a:spcAft>
                <a:spcPts val="1200"/>
              </a:spcAft>
              <a:defRPr sz="1800"/>
            </a:pPr>
            <a:r>
              <a:t>    • 'Yapay Zeka Nedir?' - TRT Okul</a:t>
            </a:r>
          </a:p>
          <a:p>
            <a:pPr lvl="1">
              <a:spcAft>
                <a:spcPts val="1200"/>
              </a:spcAft>
              <a:defRPr sz="1800"/>
            </a:pPr>
            <a:r>
              <a:t>    • 'Makine Öğrenmesi Animasyon'</a:t>
            </a:r>
          </a:p>
          <a:p>
            <a:pPr lvl="1">
              <a:spcAft>
                <a:spcPts val="1200"/>
              </a:spcAft>
              <a:defRPr sz="1800"/>
            </a:pPr>
            <a:r>
              <a:t>    • 'AI'nın Tarihi' - Kısa belgesel</a:t>
            </a:r>
          </a:p>
          <a:p>
            <a:pPr lvl="1">
              <a:spcAft>
                <a:spcPts val="1200"/>
              </a:spcAft>
              <a:defRPr sz="1800"/>
            </a:pPr>
            <a:r>
              <a:t>    • 'Geleceğin Dünyası' - Bilim kurgu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/>
            </a:pPr>
            <a:r>
              <a:t>🌐 Keşfedilecek Siteler:</a:t>
            </a:r>
          </a:p>
          <a:p>
            <a:pPr lvl="1">
              <a:spcAft>
                <a:spcPts val="1200"/>
              </a:spcAft>
              <a:defRPr sz="1800"/>
            </a:pPr>
            <a:r>
              <a:t>    • https://teachablemachine.withgoogle.com</a:t>
            </a:r>
          </a:p>
          <a:p>
            <a:pPr lvl="1">
              <a:spcAft>
                <a:spcPts val="1200"/>
              </a:spcAft>
              <a:defRPr sz="1800"/>
            </a:pPr>
            <a:r>
              <a:t>    • Scratch AI blokları</a:t>
            </a:r>
          </a:p>
          <a:p>
            <a:pPr lvl="1">
              <a:spcAft>
                <a:spcPts val="1200"/>
              </a:spcAft>
              <a:defRPr sz="1800"/>
            </a:pPr>
            <a:r>
              <a:t>    • https://quickdraw.withgoogle.com (AI çizim oyunu)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/>
            </a:pPr>
            <a:r>
              <a:t>🎮 Oyunlar:</a:t>
            </a:r>
          </a:p>
          <a:p>
            <a:pPr lvl="1">
              <a:spcAft>
                <a:spcPts val="1200"/>
              </a:spcAft>
              <a:defRPr sz="1800"/>
            </a:pPr>
            <a:r>
              <a:t>    • 'Quick, Draw!' - Google AI oyunu</a:t>
            </a:r>
          </a:p>
          <a:p>
            <a:pPr lvl="1">
              <a:spcAft>
                <a:spcPts val="1200"/>
              </a:spcAft>
              <a:defRPr sz="1800"/>
            </a:pPr>
            <a:r>
              <a:t>    • 'Akinator' - Tahmin oyunu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/>
            </a:pPr>
            <a:r>
              <a:t>📖 Projeler:</a:t>
            </a:r>
          </a:p>
          <a:p>
            <a:pPr lvl="1">
              <a:spcAft>
                <a:spcPts val="1200"/>
              </a:spcAft>
              <a:defRPr sz="1800"/>
            </a:pPr>
            <a:r>
              <a:t>    • Teachable Machine ile el hareketi tanıma</a:t>
            </a:r>
          </a:p>
          <a:p>
            <a:pPr lvl="1">
              <a:spcAft>
                <a:spcPts val="1200"/>
              </a:spcAft>
              <a:defRPr sz="1800"/>
            </a:pPr>
            <a:r>
              <a:t>    • AI chatbot ile röportaj</a:t>
            </a:r>
          </a:p>
          <a:p>
            <a:pPr lvl="1">
              <a:spcAft>
                <a:spcPts val="1200"/>
              </a:spcAft>
              <a:defRPr sz="1800"/>
            </a:pPr>
            <a:r>
              <a:t>    • AI görsel oluşturma projesi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 b="1"/>
            </a:pPr>
            <a:r>
              <a:t>💡 Yapay zeka ile geleceği keşfet!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667E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5400" b="1">
                <a:solidFill>
                  <a:srgbClr val="FFFFFF"/>
                </a:solidFill>
              </a:defRPr>
            </a:pPr>
            <a:r>
              <a:t>Tebrikler! 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474720"/>
            <a:ext cx="73152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>
                <a:solidFill>
                  <a:srgbClr val="FFFFFF"/>
                </a:solidFill>
              </a:defRPr>
            </a:pPr>
            <a:r>
              <a:t>Ünite 5'i Tamamladınız - Yapay Zeka Uzmanısınız!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