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Yapay Zeka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t>Bu ünitede neler öğreneceğiz?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t>✅ 1. Yapay Zeka Nedir?</a:t>
            </a:r>
          </a:p>
          <a:p>
            <a:pPr>
              <a:spcAft>
                <a:spcPts val="1200"/>
              </a:spcAft>
              <a:defRPr sz="2000" b="1"/>
            </a:pPr>
            <a:r>
              <a:t>✅ 2. Yapay Zekanın Tarihçesi</a:t>
            </a:r>
          </a:p>
          <a:p>
            <a:pPr>
              <a:spcAft>
                <a:spcPts val="1200"/>
              </a:spcAft>
              <a:defRPr sz="2000" b="1"/>
            </a:pPr>
            <a:r>
              <a:t>✅ 3. Makine Öğrenmesi</a:t>
            </a:r>
          </a:p>
          <a:p>
            <a:pPr>
              <a:spcAft>
                <a:spcPts val="1200"/>
              </a:spcAft>
              <a:defRPr sz="2000" b="1"/>
            </a:pPr>
            <a:r>
              <a:t>✅ 4. Derin Öğrenme</a:t>
            </a:r>
          </a:p>
          <a:p>
            <a:pPr>
              <a:spcAft>
                <a:spcPts val="1200"/>
              </a:spcAft>
              <a:defRPr sz="2000" b="1"/>
            </a:pPr>
            <a:r>
              <a:t>✅ 5. Yapay Zeka Günlük Hayatta</a:t>
            </a:r>
          </a:p>
          <a:p>
            <a:pPr>
              <a:spcAft>
                <a:spcPts val="1200"/>
              </a:spcAft>
              <a:defRPr sz="2000" b="1"/>
            </a:pPr>
            <a:r>
              <a:t>✅ 6. Sesli Asistanlar (Siri, Alexa, Google Asistan)</a:t>
            </a:r>
          </a:p>
          <a:p>
            <a:pPr>
              <a:spcAft>
                <a:spcPts val="1200"/>
              </a:spcAft>
              <a:defRPr sz="2000" b="1"/>
            </a:pPr>
            <a:r>
              <a:t>✅ 7. Görüntü Tanıma</a:t>
            </a:r>
          </a:p>
          <a:p>
            <a:pPr>
              <a:spcAft>
                <a:spcPts val="1200"/>
              </a:spcAft>
              <a:defRPr sz="2000" b="1"/>
            </a:pPr>
            <a:r>
              <a:t>✅ 8. Öneri Sistemleri</a:t>
            </a:r>
          </a:p>
          <a:p>
            <a:pPr>
              <a:spcAft>
                <a:spcPts val="1200"/>
              </a:spcAft>
              <a:defRPr sz="2000" b="1"/>
            </a:pPr>
            <a:r>
              <a:t>✅ 9. Oyunlarda Yapay Zeka</a:t>
            </a:r>
          </a:p>
          <a:p>
            <a:pPr>
              <a:spcAft>
                <a:spcPts val="1200"/>
              </a:spcAft>
              <a:defRPr sz="2000" b="1"/>
            </a:pPr>
            <a:r>
              <a:t>✅ 10. Yapay Zekanın Etik Sorunları</a:t>
            </a:r>
          </a:p>
          <a:p>
            <a:pPr>
              <a:spcAft>
                <a:spcPts val="1200"/>
              </a:spcAft>
              <a:defRPr sz="2000" b="1"/>
            </a:pPr>
            <a:r>
              <a:t>✅ 11. Geleceğin Meslekleri ve Yapay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⏰ Süre: 4 Hafta</a:t>
            </a:r>
          </a:p>
          <a:p>
            <a:pPr>
              <a:spcAft>
                <a:spcPts val="1200"/>
              </a:spcAft>
              <a:defRPr sz="2000" b="1"/>
            </a:pPr>
            <a:r>
              <a:t>🎯 Amaç: Yapay zekayı anlamak ve kullanmak!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Yapay Zeka (AI - Artificial Intelligence)</a:t>
            </a:r>
          </a:p>
          <a:p>
            <a:pPr>
              <a:spcAft>
                <a:spcPts val="1200"/>
              </a:spcAft>
              <a:defRPr sz="2000"/>
            </a:pPr>
            <a:r>
              <a:rPr sz="1600"/>
              <a:t>= Makinelerin insan gibi düşünmesi ve öğrenmesi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Yapay Zekanın Özellikleri: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Öğrenir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Problem çözer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Karar verir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Uyum sağlar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📌 İnsan Zekası vs Yapay Zeka: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🧠 İnsan Zekası: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Duygular hisseder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Yaratıcı düşünür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Sosyal etkileşim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Genel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🤖 Yapay Zeka: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Duyguları yoktur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Veri analiz eder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Belirli görevlerde uzman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Dar (spesifik)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Yapay zeka insan zekasını taklit etmeye çalışır ama aynısı değildir!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600"/>
              <a:t>Yapay zeka fikri çok eski!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✅ Önemli Tarihler: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1950 📝 Alan Turing: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'Makineler düşünebilir mi?' sorusu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Turing Testi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1956 🎯 'Yapay Zeka' terimi: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Dartmouth Konferansı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İlk AI programları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1997 ♟️ Deep Blue: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IBM'in satranç bilgisayarı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Dünya şampiyonunu yendi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2011 🎤 Siri: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İlk popüler sesli asistan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2016 🎮 AlphaGo: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Go oyununda dünya şampiyonunu yendi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600"/>
              <a:t>2022 🎨 ChatGPT, DALL-E: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600"/>
              <a:t>    • Metin ve görsel üreten AI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600"/>
              <a:t>💡 Yapay zeka son 10 yılda çok hızlı gelişti!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Makine Öğrenmesi = Makinelerin deneyimlerden öğrenmesi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Nasıl Çalışır?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Veri Topla: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Binlerce örnek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Öğren: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Örneklerdeki kalıpları bul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Tahmin Et: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Yeni örneklerde karar ver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Örnek: Kedi-Köpek Tanıma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Binlerce kedi ve köpek fotoğrafı göster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AI kalıpları öğrenir: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Kulak şekli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Burun yapısı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Vücut ölçüleri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Yeni fotoğraf göster → AI tanır: 'Bu bir kedi!'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Ne kadar çok veri, o kadar iyi öğrenir!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Analoji: Sen de böyle öğrenirsin!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Bir kez elma gördün → Hepsini tanırsın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Derin Öğrenme = Makine öğrenmesinin ileri seviyesi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Yapay sinir ağları kullanır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Yapay Sinir Ağı: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İnsan beynini taklit eder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🧠 İnsan Beyni: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Milyarlarca sinir hücresi (nöron)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Birbirine bağlı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Bilgi işler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🤖 Yapay Sinir Ağı: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Dijital nöronlar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Katmanlar halinde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Karmaşık kalıpları öğrenir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Derin Öğrenme Kullanım Alanları: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Yüz tanıma (telefon kilidi)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Ses tanıma (Siri)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Otomatik çeviri (Google Translate)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Görüntü oluşturma (AI sanat)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'Derin' kelimesi: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Çok katmanlı yapay sinir ağlarından gelir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Sesli asistan = Sesinizi anlayan ve yanıt veren yapay zeka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Popüler Sesli Asistanlar: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Siri (Apple) 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Asistan (Google) 🔍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Alexa (Amazon) 🔊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Cortana (Microsoft) 💻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Ne Yapabilirler?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 cevapla ('Hava nasıl?')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Alarm kur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Müzik çal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Hesaplama yap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Akıllı ev kontrolü (ışıklar, klima)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⚙️ Nasıl Çalışır?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Ses Tanıma: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Sesini metne çevirir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Doğal Dil İşleme: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Cümleyi anlar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İşlem: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Cevap bulur veya görev yapar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Yanıt: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Sesli veya ekranda gösterir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Görüntü tanıma = AI'nın fotoğraflarda/videolarda nesneleri görmesi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Günlük Hayatta Kullanımı: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Telefon Kilit Açma: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Yüz tanıma (Face ID)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Parmak izi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📷 Fotoğraf Düzenleme: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Google Photos: 'kedi' ara → tüm kedi fotoğrafları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Instagram filtreleri (yüzü bulur)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🚗 Otonom Araçlar: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Yayaları tanır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Trafik işaretlerini okur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🏥 Tıp: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X-ray'de hastalık tespiti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🔍 Güvenlik: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Havalimanlarında yüz tanıma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Milyonlarca fotoğraf ile eğitilir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Pikselleri analiz eder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Kalıpları bulur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Nesneyi tanır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AI artık bazı şeyleri insandan daha iyi görüyor!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Öneri sistemi = Senin için kişiselleştirilmiş öneriler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Nerede Kullanılıyor?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📺 YouTube: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'Sana özel videolar'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İzlediklerine göre öneri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🎵 Spotify: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'Keşfet' çalma listesi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Dinlediğin müziğe benzer şarkılar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🛒 Amazon/Trendyol: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'Bunları da beğenebilirsin'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Netflix: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Film/dizi önerileri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📱 Instagram/TikTok: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'Keşfet' sayfası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⚙️ Nasıl Çalışır?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İzlediklerini, beğendiklerini kaydeder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Benzer kullanıcıları bulur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Onların beğendiklerini sana önerir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Hem yararlı hem tehlikeli: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İstediğin içeriği bulursun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❌ 'Filtre balonu' - Sadece benzer şeyler görürsün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Oyunlarda AI = Rakip karakterlerin zeki davranması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Oyun AI'sı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NPC (Non-Player Character):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Düşmanlar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Takım arkadaşları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Köylüler, karakterler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AI Ne Yapar?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Seni takip eder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Stratejik kararlar verir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Engelleri aşar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Zorluğa göre uyum sağlar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Popüler Örnekler: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♟️ Satranç/Dama: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Birkaç hamle önceden düşünür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🧟 Minecraft Mob'ları: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Zombie seni bulur ve kovalar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Creeper yaklaşır ve patlar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🏎️ Yarış Oyunları: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Rakip arabalar akıllıca yarışır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Oyun AI'sı ne kadar iyi olursa, oyun o kadar eğlenceli!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AI artık sadece hesap yapmıyor, sanat da üretiyor!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Yaratıcı AI Örnekleri: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🎨 Görsel Üretme: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DALL-E, Midjourney, Stable Diffusion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Metin yazarsın → Resim oluşturur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'Uzayda yüzen kedi' → AI çizer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✍️ Metin Üretme: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ChatGPT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Hikaye yazar, şiir oluşturur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 cevaplar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🎵 Müzik Üretme: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besteler yapabilir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Suno, AIVA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🎬 Video Üretme: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Kısa videolar oluşturabilir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📌 Nasıl Kullanılır?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Prompt (komut) yazarsın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üretir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Beğenmezsen tekrar dene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Etik Soru: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AI'nın ürettiği sanat, gerçek sanat mıdır?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Kim sahibidir?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Yapay zeka güçlü bir araç ama bazı sorunları var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Etik Sorunlar: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🎭 Önyargı (Bias):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verilere göre öğrenir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Yanlış veri = Yanlış karar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Örnek: Sadece erkek doktor fotoğrafları → 'Doktor = Erkek' düşüncesi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🔒 Gizlilik: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çok veri topluyor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 bilgiler tehlikede olabilir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💼 İş Kaybı: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Bazı meslekler AI ile değiştirilebilir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Kasiyerlik, fabrika işleri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🎭 Deepfake: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Sahte video/ses oluşturma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Yalan haber yayabilir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⚖️ Sorumluluk: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hata yaparsa kim sorumlu?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Otonom araç kaza yaparsa?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AI'yı etik ve sorumlu kullanmalıyız!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Yapay zeka bazı meslekleri değiştirecek, bazılarını yaratacak!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Yok Olabilecek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Fabrika işçileri (robotlar yapacak)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Kasiyerler (otomasyon)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giriş elemanları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Değişecek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Öğretmenler (AI yardımcı olacak)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Doktorlar (AI teşhis yardımcısı)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Sanatçılar (AI araçlarını kullanacak)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Yeni Meslekler: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Eğitim Uzmanı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Veri Bilimcisi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Makine Öğrenmesi Mühendisi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Etik Uzmanı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Robot Tasarımcısı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Gelecekte Önemli Beceriler: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Yaratıcılık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Eleştirel düşünme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Kodlama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Problem çözme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İşbirliği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AI ile rekabet etme, AI ile işbirliği yap!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Sen de yapay zekayı öğrenebilir ve kullanabilirsin!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Başlangıç Seviyesi: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🎨 Görsel Oluşturma: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Bing Image Creator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Craiyon (Ücretsiz)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🤖 Chatbot ile Konuşma: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ChatGPT (Ebeveyn izni ile)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Soru sor, öğren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Scratch ile AI: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Makine öğrenmesi blokları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Basit AI projeleri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📚 Google Teachable Machine: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Kendi AI modelini eğit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Görüntü, ses, pozisyon tanıma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Kodlama bilmeden yapabilirsin!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Nasıl Başlarsın?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1️⃣ Merak et ve araştır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2️⃣ Basit projelerle başla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3️⃣ Deneme yanılma yap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4️⃣ Ebeveyn/öğretmen gözetiminde kullan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Yapay zeka gelecekte nasıl olacak?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Gelecekteki AI Uygulamaları: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🚗 Otonom Araçlar: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Kendi kendine giden arabalar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Trafik kazaları azalacak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🏥 Gelişmiş Sağlık: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Hastalık teşhisi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Kişiselleştirilmiş tedavi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🏠 Akıllı Şehirler: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Trafik yönetimi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Enerji tasarrufu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🌱 Çevre Koruma: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İklim değişikliği tahmini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Geri dönüşüm optimizasyonu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🎓 Eğitim: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Kişiselleştirilmiş öğrenme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öğretmen yardımcıları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🤖 Genel Yapay Zeka (AGI)?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Her alanda insan seviyesinde AI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Henüz çok uzak!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Sen bu geleceği şekillendireceksin!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Bu ünitede neler öğrendik?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Yapay zeka nedir, nasıl çalışır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Yapay zekanın tarihi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Makine öğrenmesi ve derin öğrenme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Sesli asistanlar ve günlük kullanım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Görüntü tanıma teknolojisi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Öneri sistemleri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Oyunlarda yapay zeka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Yaratıcı AI (sanat, müzik, metin)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Yapay zekanın etik sorunları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Geleceğin meslekleri</a:t>
            </a:r>
          </a:p>
          <a:p>
            <a:pPr>
              <a:spcAft>
                <a:spcPts val="1200"/>
              </a:spcAft>
              <a:defRPr sz="2000" b="1"/>
            </a:pPr>
            <a:r>
              <a:rPr sz="1400"/>
              <a:t>✅ AI ile neler yapabilirsin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Anahtar Mesaj: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Yapay zeka geleceğin en önemli teknolojilerinden biri!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Sen de AI ile çalışmayı öğrenebilirsin.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🎯 Artık yapay zeka konusunda bilinçlisin!</a:t>
            </a:r>
          </a:p>
          <a:p>
            <a:pPr>
              <a:spcAft>
                <a:spcPts val="1200"/>
              </a:spcAft>
              <a:defRPr sz="2000"/>
            </a:pPr>
            <a:r>
              <a:rPr sz="1400"/>
              <a:t>🤖 Geleceği sen şekillendir!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667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2000"/>
            </a:pPr>
            <a:r>
              <a:rPr sz="1400"/>
              <a:t>🎥 İzlenecek Videolar: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'Yapay Zeka Nedir?' - TRT Okul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'Makine Öğrenmesi Animasyon'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'AI'nın Tarihi' - Kısa belgesel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'Geleceğin Dünyası' - Bilim kurgu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🌐 Keşfedilecek Siteler: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https://teachablemachine.withgoogle.com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Scratch AI blokları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https://quickdraw.withgoogle.com (AI çizim oyunu)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🎮 Oyunlar: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'Quick, Draw!' - Google AI oyunu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'Akinator' - Tahmin oyunu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rPr sz="1400"/>
              <a:t>📖 Projeler: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Teachable Machine ile el hareketi tanıma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chatbot ile röportaj</a:t>
            </a:r>
          </a:p>
          <a:p>
            <a:pPr lvl="1">
              <a:spcAft>
                <a:spcPts val="1200"/>
              </a:spcAft>
              <a:defRPr sz="1800"/>
            </a:pPr>
            <a:r>
              <a:rPr sz="1400"/>
              <a:t>    • AI görsel oluşturma projesi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 b="1"/>
            </a:pPr>
            <a:r>
              <a:rPr sz="1400"/>
              <a:t>💡 Yapay zeka ile geleceği keşfet!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Ünite 5'i Tamamladınız - Yapay Zeka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