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FACFE"/>
                </a:solidFill>
              </a:defRPr>
            </a:pPr>
            <a:r>
              <a:t>6. SINIF</a:t>
            </a:r>
          </a:p>
          <a:p>
            <a:pPr algn="ctr">
              <a:defRPr sz="3600">
                <a:solidFill>
                  <a:srgbClr val="4FACFE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00F2FE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Veri ve Analiz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Veri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Bilgi vs Veri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Veri Toplama Yöntemleri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Veri Türleri (Sayısal, Kategorik)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Veri Düzenleme ve Sıralama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Grafik Türleri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Veri Görselleştirme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Tablo ve Grafik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9. Veri Analizi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10. Ortalama, Medyan, Mod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11. Tablolama Programları (Excel, Sheets)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Veri = Ham bilgi, işlenmemiş gerçekler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Veri Örnekleri: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Sayılar: 15, 23, 42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Metinler: 'Ahmet', 'Ankara'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Tarihler: 15 Mayıs 2024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Ölçümler: 25°C, 1.65m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Veri vs Bilgi: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📄 Veri (Ham):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15, 18, 12, 20, 16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Tek başına anlamsız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Bilgi (İşlenmiş):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'Sınıf ortalaması: 16.2'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Analiz edilmiş, anlamlı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Veri → İşleme → Bilgi → Bilgelik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Gerçek Hayat Örneği: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Veri: Günlük sıcaklık kayıtları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Bilgi: 'Temmuz en sıcak ay'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Bilgelik: 'Klimayı Temmuz'da kullan'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Veriyi nereden ve nasıl toplarız?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Toplama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📋 Anket: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Sorular sor, cevapları topla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'Favori renginiz nedir?'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👀 Gözlem: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İzle ve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Trafikteki araç sayısı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🧪 Deney: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Test yap, sonuçları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Bitki büyümesi ölçümü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Sensörler: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Otomatik veri toplama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Sıcaklık sensörü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İnternet: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Hazır veri setleri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Hava durumu verileri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Veri toplama planlı olmalı: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 öğrenmek istiyorsun?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 veriyi toplayacaksın?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Nasıl toplayacaksın?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Veriler farklı türlerde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1. Sayısal Veri (Nicel):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🔢 Kesikli Veri: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Tamsayılar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Örnek: Öğrenci sayısı (25, 30, 28)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📏 Sürekli Veri: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Ondalıklı sayılar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Örnek: Boy (1.65m), Ağırlık (52.5kg)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2. Kategorik Veri (Nitel):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🏷️ İsimsel: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Sıralama yok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Örnek: Renk (kırmızı, mavi), Cinsiyet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📊 Sıralı: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Sıralama var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Örnek: Not (Pekiyi, İyi, Orta)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Neden Önemli?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Farklı veri türleri → Farklı analizler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Sayısal: Ortalama alınabilir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Kategorik: Frekans sayılır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Toplanan veriyi düzenli hale getirmek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Düzenleme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Temizleme: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Hatalı verileri bul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verileri tamamla veya çıkar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Tekrar edenleri sil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Sıralama: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Küçükten büyüğe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A'dan Z'ye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Gruplama: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Benzer verileri bir araya getir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Yaş grupları (0-10, 11-20, 21-30)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Tabloya Dönüştürme: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Satır ve sütunlar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Başlıklar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 Ham Veri: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Ahmet:15, Ayşe:18, 12, Mehmet:20, ??:16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Düzenlenmiş: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İsim   | Yaş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Ahmet  | 15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Ayşe   | 18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Mehmet | 20  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Veriyi görsel olarak göstermek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Temel Grafik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Sütun Grafiği (Bar Chart):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Kategorileri karşılaştırma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Şehirlere göre nüfus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📈 Çizgi Grafiği (Line Chart):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Zamana göre değişim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Aylara göre sıcaklık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🥧 Pasta Grafiği (Pie Chart):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Yüzdeler, oranlar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Bütçe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Dağılım Grafiği (Scatter Plot):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İki değişken arasındaki ilişki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Boy-Kilo ilişkisi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Histogram: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Veri dağılımı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Sınav not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Doğru grafik seçimi önemli!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Zaman göster → Çizgi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Karşılaştır → Sütun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Oran göster → Pasta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Neden görselleştirme?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Görselleştirme Faydaları: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Hızlı anlama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Kalıpları görme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Karşılaştırma kolaylığı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İyi Görselleştirme: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Basit: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Karmaşık olmasın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Ana mesaj net olsun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Açık: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Başlık var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Eksen etiketleri var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Lejant (açıklama)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Doğru: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Yanıltıcı olmasın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Ölçek doğru mu?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Renkli: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 kodlama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Ama çok fazla renk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❌ Kötü Görselleştirme: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3D efektler (gereksiz)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Yanlış grafik türü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etiketler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Tablolama programları veri için çok kullanışlı!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Temel Kavramlar: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Hücre: Tek bir veri kutusu (A1, B2)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Satır: Yatay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Sütun: Dikey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Formül: Hesaplamalar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Tablo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Başlıkları Yaz: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İlk satıra sütun adları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Verileri Gir: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satıra bir kayıt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Biçimlendir: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Kalın başlıklar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Kenarlıklar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Renkler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Sırala: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Veri → Sırala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5️⃣ Filtrele: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Belirli verileri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Kısayollar: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Ctrl+C: Kopyala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Ctrl+V: Yapıştır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Ctrl+Z: Geri 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Excel'de otomatik hesaplama!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Temel Formüller: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➕ Toplama: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=A1+B1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=SUM(A1:A10) → A1'den A10'a kadar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➗ Ortalama: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=AVERAGE(A1:A10)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🔢 Sayma: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=COUNT(A1:A10) → Kaç sayı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📊 En Büyük/Küçük: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=MAX(A1:A10)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=MIN(A1:A10)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Formül Yazma Kuralları: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'=' ile başla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Hücre adreslerini kullan (A1, B2)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Operatörler: +, -, *, /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Örnek: Not Ortalaması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| Ders       | Not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| Matematik  | 85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| Türkçe     | 90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| Fen        | 78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| Ortalama   | =AVERAGE(B2:B4) |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Tablodan grafik yapmak çok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Grafik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Veriyi Seç: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Grafik yapılacak hücreleri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Ekle → Grafik: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Excel: Insert → Chart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Sheets: Insert → Chart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Grafik Türünü Seç: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Sütun, Çizgi, Pasta...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Özelleştir: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Başlık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Renkleri değiştir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Eksen etiketleri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5️⃣ Kaydet/Paylaş: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Resim olarak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Sunuma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 Aylık Sıcaklık Grafiği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Ay      | Sıcaklık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Ocak    | 5°C    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Şubat   | 7°C    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| Mart    | 12°C     |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→ Çizgi grafiği yap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Veriyi inceleyip sonuç çıkarmak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Analiz Soruları: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 yüksek değer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 düşük değer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Ortalama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Bir kalıp var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İlişki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Merkezi Eğilim Ölçüleri: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Ortalama (Mean):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Tüm değerleri topla, sayıya böl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(10+20+30)/3 = 20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Medyan (Median):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Ortadaki değer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10, 15, 20 → Medyan: 15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Mod (Mode):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 çok tekrar eden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5, 5, 7, 9 → Mod: 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Hangisini Kullan?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Genelde → Ortalama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Aşırı değerler varsa → Medyan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Sıklık önemliyse → Mod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Veriye dayalı kararlar daha sağlıklı!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Odaklı Karar Örneği: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Problem: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Okul kütüphanesine hangi kitapları alalım?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Veri Toplama: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Anket: En sevilen kitap türü?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Gözlem: Hangi kitaplar çok ödünç alınıyor?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Kayıt: Rafta eksik ne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📈 Analiz: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%40 macera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%30 bilim kurgu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%20 roman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%10 diğer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Karar: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Yeni kitapların %40'ı macera olsun!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Veriye dayalı karar: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Objektif (tarafsız)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Kanıta dayalı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Savunulabilir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⚠️ Dikkat: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 toplarken/paylaşırken dikkatli ol!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Kişisel Veri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İsim, soyisim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Doğum tarihi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Adres, telefon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Fotoğraflar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Sağlık bilgileri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Veri Toplama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🔐 İzin Al: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Kişilere sor, onay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Gizli Tut: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verileri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Anonim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İsim kullanma, genel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'Öğrenci 1, Öğrenci 2'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Amacını Belirt: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Veri ne için kullanılacak?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🗑️ Gereksiz Veri Toplama: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Sadece gerekli veriyi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KVKK (Kişisel Verilerin Korunması Kanunu):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Türkiye'de veri güvenliğini koruyan yasa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ve bilgi kavramları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toplama yöntemleri (anket, gözlem, deney)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türleri (sayısal, kategorik)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düzenleme ve sıralama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Grafik türleri (sütun, çizgi, pasta)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görselleştirme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Excel/Sheets ile tablo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Formüller ve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Grafik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analizi (ortalama, medyan, mod)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Veriye dayalı karar verme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Veri güvenliği ve gizlilik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Veri doğru analiz edilirse değerli bilgi haline gelir!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Artık veri analisti gibi düşünebilirsin!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Veriyle dünyayı anlayabilirsin!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'Veri Nedir?' - TRT Okul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'Excel Eğitimi' - Temel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'Grafik Türleri' - Animasyon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Google Sheets (ücretsiz)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https://data.gov.tr - Açık veri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📖 Projeler: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Sınıf anketi yap, analiz 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Hava durumu verileri topla, grafik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Favori konular anketi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💡 Veri ile dünyayı keşfet!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1'i Tamamladınız - Artık Veri Analistsiniz!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Kelime İşlemci Programları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Ofis Programları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Kelime İşlemci (Word)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Metin Biçimlendirme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Paragraf Ayarları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Görsel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Tablo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Sayfa Düzeni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Yazım Denetimi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Yazdırma ve PDF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10. Google Docs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11.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Profesyonel belgeler oluşturmak!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Kelime işlemci = Metin belgesi oluşturma programı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Popüler Kelime İşlemciler: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Microsoft Word (ücretli)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Google Docs (ücretsiz, online)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LibreOffice Writer (ücretsiz)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Pages (Apple)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📌 Ne İçin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Ödev yazmak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Rapor hazırlamak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Mektup yazmak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Poster tasarlamak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Avantajları: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Düzenleme kolay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Yazım hatalarını bulur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Güzel görünüm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Yazdırma/paylaşma kolay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Metni güzelleştirmek ve vurgu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Yazı Tipi (Font):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Arial, Times New Roman, Calibri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Resmi belgeler: Times New Roman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Modern: Calibri, Arial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Boyut: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Başlıklar: 14-18 pt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Normal metin: 11-12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Stil: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Kalın (Bold): Ctrl+B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İtalik: Ctrl+I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Altı Çizili: Ctrl+U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Renk: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Siyah = Normal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Renkler = Vurgu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Fazla biçimlendirme karmaşık görünür!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Paragrafları düzenlemek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Hizalama: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Sola: Ctrl+L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Ortala: Ctrl+E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Sağa: Ctrl+R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İki Yana Yasla: Ctrl+J (resmi belgeler)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Satır Aralığı: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Tek: Normal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1.5: Ödev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2: Çift aralık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Girintiler: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İlk satır girintisi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Sol/Sağ girinti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Madde İşaretleri: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Madde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Numaralı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Resmi belgeler: İki yana yaslı, 1.5 satır aralığı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Belgeye görsel katmak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Resim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Ekle → Resim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Bilgisayardan yükle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İnternetten ara (dikkat: telif!)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Resim Düzenleme: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Boyutlandır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Kırp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Metin sarma (çevreleme)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Şekiller: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Dikdörtgen, daire, 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Akış diyagramı şekilleri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SmartArt: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Şemalar, grafikler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⚠️ Telif Hakkı: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Başkasının resmini kullanırken kaynak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Ücretsiz resim siteleri: Unsplash, Pixabay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Word'de tablo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Tablo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Ekle → Tablo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Satır ve sütun sayısı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Tablo Düzenleme: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Satır/Sütun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Satır/Sütun sil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Hücreleri birleştir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Hücreleri böl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Tablo Biçimlendirme: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Kenarlıklar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Arka plan rengi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Tablo stilleri (hazır)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Örnek Kullanım: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Ders programı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Karşılaştırma tablosu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Veri gösterimi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Excel'den tablo kopyalayabilirsin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Sayfayı ayarlamak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Sayfa Boyutu: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A4 (standart)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Letter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Yönlendirme: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Dikey (Portrait) - Normal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Yatay (Landscape) - Geniş tablolar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Kenar Boşlukları: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Normal: 2.5 cm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Dar: 1.27 cm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Geniş: 5 cm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Üstbilgi/Altbilgi: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Başlık, tarih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Sayfa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Sütunlar: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Tek sütun: Normal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İki sütun: Gazete formatı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Resmi ödevler için standart A4, dikey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Online kelime işlemci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Google Docs Avantajları: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Ücretsiz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Her yerden erişim (internet ile)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Otomatik kaydetme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İşbirlikli çalışma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Yorum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Nasıl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docs.google.com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Google hesabı ile giriş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Yeni belge oluştur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Paylaşma: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Paylaş butonu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E-posta ile paylaş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Link ile paylaş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İzinler: Görüntüleme, Yorum, Düzenleme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Grup ödevlerinde çok kullanışlı!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Herkes aynı anda çalışabilir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Birlikte belge oluşturmak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Google Docs ile İşbirliği: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Aynı anda birden fazla kişi düzenler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Her kişi farklı renk ile görünür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Anlık değişiklikler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Yorumlar: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Metin seç → Yorum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Geri bildirim ver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Öneri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Sürüm Geçmişi: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Dosya → Sürüm geçmişi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Eski halini gör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Geri dön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Etiket: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@isim ile etiketle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Bildirim gider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İşbirliği Kuralları: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Başkasının yazısını silme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Değişiklikleri yorum olarak öner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İletişim kur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Kelime işlemci programları (Word, Google Docs)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Metin biçimlendirme (font, boyut, stil)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Paragraf ayarları (hizalama, aralık)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Görsel ve şekil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Tablo oluşturma ve düzenleme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Sayfa düzeni ayarları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Yazım denetimi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Google Docs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Profesyonel belgeler hazırlayabilirsin!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Artık bir ofis programları uzmanısın!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Algoritmalar ve Problem Çözme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Algoritma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Algoritma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Akış Diyagramları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Akış Diyagramı Sembolleri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Sıralı Algoritmalar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Seçimli Algoritmalar (If-Else)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Döngülü Algoritmalar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Problem Çözme Basamakları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10. Algoritma Analizi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Problem çözme becerisi kazanmak!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Algoritma = Bir problemi çözme adımları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Adımları var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Sıralı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Sonlu (biter)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Her adım 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Günlük Hayattan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🍞 Çay Yapma Algoritması: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1. Çaydanlığı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2. Su doldur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3. Ocağa koy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4. Yak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5. Kaynayana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6. Çayı demlendirme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Her tarifin bir algoritması vardır!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Bilgisayar programları da algoritma ile çalışır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Akış diyagramı = Algoritmanın görsel hali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Temel Semboller: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⭕ Oval: Başla/Bitir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▭ Dikdörtgen: İşlem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◇ Baklava: Karar (If)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⬜ Paralelkenar: Girdi/Çıktı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→ Ok: Akış yönü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[Başla]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[Sayı Gir]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[Sayı&gt;0?]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  ↙    ↘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[Pozitif][Negatif]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↓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[Bitir]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💡 Akış diyagramı kod yazmadan önce kullanılır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Karar verme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If (Eğer):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Koşul doğruysa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✅ If-Else (Değilse):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Doğruysa A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• Yanlışsa B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📌 Örnek: Sınav Geçme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Eğer not &gt;= 50 ise: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Geçti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Değilse: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Kaldı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💡 Günlük Hayat: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Eğer yağmur yağıyorsa: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Şemsiye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Değilse: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t>    Şemsiye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t>🎯 Her karar bir seçimli yapıdır!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Tekrar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🔢 For Döngüsü: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Belirli sayıda tekrar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Örnek: 10 kez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❓ While Döngüsü: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Koşul sağlanana kadar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Örnek: Not 50'den büyük olana kadar sor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Örnek: 1'den 10'a Kadar Say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Sayaç = 1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1'den 10'a kadar tekrarla: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Sayacı yaz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Sayacı 1 arttır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Döngüler tekrarlı işler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Sonsuz döngü = Hiç bitmeyen döngü (hata!)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Problemi nasıl çözeriz?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Problem Çözme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1️⃣ Problemi Anla: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Ne isteniyor?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Girdi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Çıktı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2️⃣ Plan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Algoritma tasarla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Akış diyagramı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3️⃣ Uygula: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Kodu yaz / adımları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4️⃣ Test 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Doğru çalışıyor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Farklı değerler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5️⃣ İyileştir: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Daha hızlı yapılabilir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Daha basit olabilir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Bu adımlar her problem için geçerli!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kavramı ve önemi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Günlük hayattan algoritma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Akış diyagramları ve sembolleri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Sıralı, seçimli, döngülü yapılar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Problem çözme basamakları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Her problem adım adım çözülebilir!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Algoritma düşüncesi hayatın her alanında işe yarar.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Artık algoritmik düşünebilirsin!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Blok Tabanlı Programlama II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 (İleri Seviye Scratch)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Klonlama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Mesajlaşma (Broadcast)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Kalem Uzantısı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Müzik Uzantısı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Video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Karmaşık Oyun Mekaniği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Yapay Zeka ile Scratch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Bulut Değişkenleri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Final Proje: Platform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8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Gelişmiş oyunlar programlamak!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Klonlama = Sprite'ın kopyalarını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Neden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Çok nesne oluşturmak (düşmanlar, mermiler)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Dinamik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Klonlama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🔹 'Kendimin klonunu oluştur'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🔹 'Klon olarak başladığımda'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🔹 'Bu klonu sil'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📌 Örnek: Yıldız Yağmuru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[Yeşil bayrak]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[Kendimin klonunu oluştur]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[1 saniye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[Klon olarak başladığımda]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[Rastgele x, y=180]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[y &lt; -180 olana kadar]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[y'yi 10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[Bu klonu sil]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Klonlar performans için önemli!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Sprite'lar arasında iletişim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Mesaj Blokları: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'mesaj1 mesajını yayınla'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'mesaj1 mesajını aldığımda'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'mesaj1 yayınla ve bekle'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📌 Örnek: Oyun Başlatma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Buton Sprite: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[Bu sprite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['OyunBasla' mesajını yayınla]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Oyuncu Sprite: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[Oyun kodları...]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Düşman Sprite: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[Hareket et...]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Mesajlar koordinasyon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Tüm sprite'lar senkronize çalışır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Çizim yapmak için uzantı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Uzantı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Sol altta 'Uzantı Ekle'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Kalem'i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Kalem Blokları: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'Hepsini temizle'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'Damga'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'Kalemi indir/kaldır'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'Kalem rengini ... yap'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'Kalem kalınlığını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📌 Proje: Paint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[Fare x, y'ye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Geometri çizim öğretimi için harika!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Kendi müziğini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Müzik Uzantısı: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Uzantı → Müzik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Müzik Blokları: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'Nota ... çal ...'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'Enstrümanı ... yap'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'Tempo ... yap'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'Davul ... çal'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Basit Melodi: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[Do notasını 0.5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[Re notasını 0.5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[Mi notasını 0.5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[Do notasını 1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Proje Fikirleri: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Piyano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Müzik kompozisyonu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Ritim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Müzik + Kodlama = Yaratıcılık!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Final Proje: Kendi platform oyununu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Gereksinimler: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Oyuncu karakteri (zıplama, hareket)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Platformlar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Düşmanlar (AI)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Puanlama sistemi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Seviye tasarımı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Yer çekimi mekaniği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📌 Teknik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Klonlama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Mesajlaşma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Değişkenler (puan, can)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Çarpışma algılama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Örnek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Mario benzeri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Sonic benzeri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Geometry Dash benzeri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🎯 Bu proje tüm öğrendiklerini birleştiriyor!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Klonlama (çok nesne oluşturma)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Mesajlaşma (sprite iletişimi)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Kalem uzantısı (çizim)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Müzik uzantısı (melodi)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Video algılama (kamera)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Karmaşık oyun mekaniği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Platform oyunu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Artık profesyonel seviye oyunlar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Scratch'in tüm özelliklerini öğrendin!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🚀 Sıra kendi büyük projendeartık!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Sunum Programları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1. Sunum Programları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2. PowerPoint / Google Slides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3. Slayt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4. Metin ve Görsel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5. Animasyonlar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6. Geçiş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7. Multimedya Ekleme (Video, Ses)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8. Sunum Hazırlama İpuçları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9. Etkili Sunum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10. Proje: Araştırma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Amaç: Etkili sunumlar hazırlamak!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Sunum programı = Görsel sunumlar hazırlama aracı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Popüler Programlar: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Microsoft PowerPoint (ücretli)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Google Slides (ücretsiz)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Canva (online)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Prezi (farklı format)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📌 Ne İçin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Ders sunumları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Proje tanıtımı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Rapor sunumu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Eğitim materyali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İyi bir sunum: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Görsel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Net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Özlü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Etkili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Güzel ve etkili slayt nasıl olur?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Tasarım İlkeleri: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🎯 Basitlik: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Her slayt 1 ana fikir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Çok metin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Boşluk bırak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🌈 Renk Uyumu: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3-4 renk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Kontrast önemli (açık arka plan + koyu metin)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🔤 Yazı Tipi: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Okunabilir fontlar (Arial, Calibri)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Başlık: 28-44 pt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Metin: 18-24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🖼️ Görseller: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Yüksek çözünürlük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Konuyla ilgili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Telif haklarına dikkat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6-6 Kuralı: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Slayt başına 6 madde, madde başına 6 kelime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Slaytları canlı hale getir!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Animasyon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🎬 Giriş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Belirme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Uçarak gelme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Kayarak gelme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🎭 Vurgu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Büyütme/Küçültme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Döndürme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Renk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🚀 Çıkış Animasyonları: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Kaybolma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Uçarak gitme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⏱️ Zamanlama: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Otomatik (zaman ayarlı)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Tıklama ile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Dikkat: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Fazla animasyon dikkat dağıtır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Basit tutun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Amaca uygun kullanın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Slaytlar arası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Popüler Geçişler: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Soldurma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İtme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Kapak açma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Küp döndürme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Geçiş Ayarları: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Hız (yavaş, orta, hızlı)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Yön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Ses (genelde kullanılmaz)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İyi Uygulama: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Tüm slaytlarda aynı geçiş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Basit geçiş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Hız: Orta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⚠️ Kötü Uygulama: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Her slayt farklı geçiş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Çok hızlı veya çok yavaş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500"/>
              <a:t>    • Dikkat dağıtıcı efektler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Sunumu nasıl yapmalısın?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Sunum Öncesi: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Prova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Zamanını ölç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Ekipmanı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Sunum Sırasında: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Göz teması kur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Net konuş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Slayta bakma, izleyicilere bak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Jestlerini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✅ İçerik: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Giriş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Ana konuları sun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Özet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Sorular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💡 Altın Kural: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Slayt senin yardımcın, sen sunumu yapıyorsun!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⚠️ Yapma: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Slaytı kelimesi kelimesine okuma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Hızlı konuşma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İzleyiciye sırt dönme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Sunum programları (PowerPoint, Google Slides)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Slayt tasarımı ilkeleri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Metin ve görsel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Animasyonlar ve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Multimedya ekleme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Etkili sunum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✅ Sunum yapma teknikleri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Etkili sunum = Basit tasarım + İyi içerik +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🎯 Artık profesyonel sunumlar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500"/>
              <a:t>🎤 Fikirlerini etkili bir şekilde anlatabilirsin!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