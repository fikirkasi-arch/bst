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59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8716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Video: 'Veri ve Bilgi Arasındaki Fark' ile başlayın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Tartışma: Günlük hayattan veri örnekleri verin (fiyatlar, notlar, hava durumu)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Sınıfta mini anket yapın (favori ders, hobi, vs.)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Öğrencilere veri örnekleri verin, hangi türe ait olduklarını bulsunlar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Örnek: Ham veri verin, öğrenciler tablo haline getirsin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Görsel: Her grafik türünden örnek gösterin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İyi ve kötü grafik örnekleri gösterin, farkları tartışın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Gösterim: Excel/Sheets açın, basit tablo oluşturun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Öğrencilere Excel'de formül yazdırın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Gösterim: Canlı olarak Excel'de grafik oluşturun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Etkinlik: Veri seti verin, ortalama, medyan, mod hesaplasınlar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Tartışma: Okulda veri ile alınabilecek başka kararlar neler?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Tartışma: Sosyal medyada paylaştığınız veriler ne kadar güvenli?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Quiz yapın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KVKK logosu ve temel ilkeler</a:t>
            </a:r>
          </a:p>
          <a:p>
            <a:r>
              <a:t>🎬 Video: Kişisel veri nedir? Animasyon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Tüm kaynakları önceden inceleyin</a:t>
            </a:r>
          </a:p>
          <a:p>
            <a:endParaRPr/>
          </a:p>
          <a:p>
            <a:r>
              <a:t>🎨 GÖRSELLEŞTİRME ÖNERİLERİ:</a:t>
            </a:r>
          </a:p>
          <a:p>
            <a:endParaRPr/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2000645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970833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787466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990810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157445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6932509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Excel arayüzü ekran görüntüsü</a:t>
            </a:r>
          </a:p>
          <a:p>
            <a:r>
              <a:t>🎬 Video: Excel temel işlemler (2-3 dk)</a:t>
            </a:r>
          </a:p>
          <a:p>
            <a:r>
              <a:t>💡 Ekran kaydı: Formül kullanımı demo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9969494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484932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751926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317902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MS Word arayüz ekran görüntüsü</a:t>
            </a:r>
          </a:p>
          <a:p>
            <a:r>
              <a:t>🎬 Video: Word temel özellikleri demo (2-3 dk)</a:t>
            </a:r>
          </a:p>
          <a:p>
            <a:r>
              <a:t>💡 Ekran kaydı: Biçimlendirme araçları kullanımı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Farklı grafik türleri örnekleri</a:t>
            </a:r>
          </a:p>
          <a:p>
            <a:r>
              <a:t>🎬 Video: Veri görselleştirme önemi</a:t>
            </a:r>
          </a:p>
          <a:p>
            <a:r>
              <a:t>💡 İnfografik: Grafik türleri ve kullanım alanları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943819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672118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3531340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794483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2390501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228479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4319765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2811964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Akış şeması örnekleri</a:t>
            </a:r>
          </a:p>
          <a:p>
            <a:r>
              <a:t>🎬 Video: Algoritma nedir? Günlük hayattan örnekler</a:t>
            </a:r>
          </a:p>
          <a:p>
            <a:r>
              <a:t>💡 İnfografik: Akış şeması sembolleri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069868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1449078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5117273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2565626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1358387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6436298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5062868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3268821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7877790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9030275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6468505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591412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Telif hakları sembolleri (©, ®, ™)</a:t>
            </a:r>
          </a:p>
          <a:p>
            <a:r>
              <a:t>🎬 Video: Dijital etik ve telif hakları</a:t>
            </a:r>
          </a:p>
          <a:p>
            <a:r>
              <a:t>💡 İnfografik: Lisans türleri karşılaştırması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8327937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8932594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3365722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8440841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🎨 GÖRSELLEŞTİRME ÖNERİLERİ:</a:t>
            </a:r>
          </a:p>
          <a:p>
            <a:endParaRPr/>
          </a:p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  <a:p>
            <a:r>
              <a:t>📸 Görsel: PowerPoint arayüzü ve araçları</a:t>
            </a:r>
          </a:p>
          <a:p>
            <a:r>
              <a:t>🎬 Video: Etkili sunum hazırlama ipuçları</a:t>
            </a:r>
          </a:p>
          <a:p>
            <a:r>
              <a:t>💡 Ekran kaydı: PowerPoint temel özellikler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08588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t>6. SINIF - ÜNİTE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t>Veri ve Analiz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Bu ünitede neler öğreneceğiz?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1. Veri Nedir?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2. Bilgi vs Veri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3. Veri Toplama Yöntemleri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4. Veri Türleri (Sayısal, Kategorik)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5. Veri Düzenleme ve Sıralama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6. Grafik Türleri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7. Veri Görselleştirme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8. Tablo ve Grafik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9. Veri Analizi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10. Ortalama, Medyan, Mod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✅ 11. Tablolama Programları (Excel, Sheets)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⏰ Süre: 4 Hafta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🎯 Amaç: Veriyi analiz edip anlamlı sonuçlar çıkarmak!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t>📊 Veri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Veri = Ham bilgi, işlenmemiş gerçekler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Veri Örnekleri: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Sayılar: 15, 23, 42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Metinler: 'Ahmet', 'Ankara'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Tarihler: 15 Mayıs 2024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Ölçümler: 25°C, 1.65m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Veri vs Bilgi: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📄 Veri (Ham):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15, 18, 12, 20, 16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Tek başına anlamsız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Bilgi (İşlenmiş):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'Sınıf ortalaması: 16.2'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Analiz edilmiş, anlamlı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🎯 Veri → İşleme → Bilgi → Bilgelik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Gerçek Hayat Örneği: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Veri: Günlük sıcaklık kayıtları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Bilgi: 'Temmuz en sıcak ay'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Bilgelik: 'Klimayı Temmuz'da kullan'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t>🔍 Veri Toplama Yöntemleri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Veriyi nereden ve nasıl toplarız?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Toplama Yöntemleri: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📋 Anket: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Sorular sor, cevapları topla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'Favori renginiz nedir?'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👀 Gözlem: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İzle ve kaydet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Trafikteki araç sayısı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🧪 Deney: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Test yap, sonuçları kaydet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Bitki büyümesi ölçümü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📱 Sensörler: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Otomatik veri toplama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Sıcaklık sensörü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🌐 İnternet: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Hazır veri setleri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Hava durumu verileri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Veri toplama planlı olmalı: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Ne öğrenmek istiyorsun?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Hangi veriyi toplayacaksın?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Nasıl toplayacaksın?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t>📊 Veri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Veriler farklı türlerde olabilir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1. Sayısal Veri (Nicel):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🔢 Kesikli Veri: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Tamsayılar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Örnek: Öğrenci sayısı (25, 30, 28)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📏 Sürekli Veri: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Ondalıklı sayılar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Örnek: Boy (1.65m), Ağırlık (52.5kg)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2. Kategorik Veri (Nitel):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🏷️ İsimsel: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Sıralama yok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Örnek: Renk (kırmızı, mavi), Cinsiyet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📊 Sıralı: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Sıralama var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Örnek: Not (Pekiyi, İyi, Orta)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Neden Önemli?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Farklı veri türleri → Farklı analizler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Sayısal: Ortalama alınabilir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Kategorik: Frekans sayılır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t>📋 Veri Düzenleme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Toplanan veriyi düzenli hale getirmek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Düzenleme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Temizleme: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Hatalı verileri bul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Eksik verileri tamamla veya çıkar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Tekrar edenleri sil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Sıralama: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Küçükten büyüğe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A'dan Z'ye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Gruplama: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Benzer verileri bir araya getir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Yaş grupları (0-10, 11-20, 21-30)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Tabloya Dönüştürme: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Satır ve sütunlar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Başlıklar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 Ham Veri: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Ahmet:15, Ayşe:18, 12, Mehmet:20, ??:16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Düzenlenmiş: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İsim   | Yaş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Ahmet  | 15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Ayşe   | 18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Mehmet | 20  |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t>📊 Grafik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Veriyi görsel olarak göstermek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Temel Grafik Türleri: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Sütun Grafiği (Bar Chart):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Kategorileri karşılaştırma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Şehirlere göre nüfus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📈 Çizgi Grafiği (Line Chart):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Zamana göre değişim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Aylara göre sıcaklık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🥧 Pasta Grafiği (Pie Chart):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Yüzdeler, oranlar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Bütçe dağılımı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Dağılım Grafiği (Scatter Plot):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İki değişken arasındaki ilişki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Boy-Kilo ilişkisi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Histogram: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Veri dağılımı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Sınav not dağılımı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Doğru grafik seçimi önemli!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Zaman göster → Çizgi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Karşılaştır → Sütun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Oran göster → Pasta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t>🎨 Veri Görselleştirme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Neden görselleştirme?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Görselleştirme Faydaları: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Hızlı anlama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Kalıpları görme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Karşılaştırma kolaylığı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İletişim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İyi Görselleştirme: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Basit: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Karmaşık olmasın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Ana mesaj net olsun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Açık: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Başlık var mı?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Eksen etiketleri var mı?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Lejant (açıklama)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Doğru: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Yanıltıcı olmasın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Ölçek doğru mu?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Renkli: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Renk kodlama kullan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Ama çok fazla renk kullanma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❌ Kötü Görselleştirme: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3D efektler (gereksiz)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Yanlış grafik türü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Eksik etiketler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t>💻 Excel/Sheets ile Tablo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Tablolama programları veri için çok kullanışlı!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Temel Kavramlar: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Hücre: Tek bir veri kutusu (A1, B2)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Satır: Yatay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Sütun: Dikey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Formül: Hesaplamalar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Tablo Oluşturma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Başlıkları Yaz: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İlk satıra sütun adları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Verileri Gir: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Her satıra bir kayıt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Biçimlendir: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Kalın başlıklar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Kenarlıklar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Renkler kullan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Sırala: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Veri → Sırala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5️⃣ Filtrele: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Belirli verileri göster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Kısayollar: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Ctrl+C: Kopyala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Ctrl+V: Yapıştır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Ctrl+Z: Geri 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t>🧮 Formüller ve Fonksiyonlar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Excel'de otomatik hesaplama!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✅ Temel Formüller: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➕ Toplama: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=A1+B1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=SUM(A1:A10) → A1'den A10'a kadar topla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➗ Ortalama: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=AVERAGE(A1:A10)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🔢 Sayma: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=COUNT(A1:A10) → Kaç sayı var?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📊 En Büyük/Küçük: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=MAX(A1:A10)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=MIN(A1:A10)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📌 Formül Yazma Kuralları: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'=' ile başla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Hücre adreslerini kullan (A1, B2)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400"/>
              <a:t>    • Operatörler: +, -, *, /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4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400"/>
              <a:t>💡 Örnek: Not Ortalaması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| Ders       | Not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| Matematik  | 85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| Türkçe     | 90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| Fen        | 78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400"/>
              <a:t>| Ortalama   | =AVERAGE(B2:B4) |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t>📊 Grafik Oluşturma (Excel/Sheets)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Tablodan grafik yapmak çok kolay!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Grafik Oluşturma Adımları: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1️⃣ Veriyi Seç: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Grafik yapılacak hücreleri seç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2️⃣ Ekle → Grafik: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Excel: Insert → Chart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Sheets: Insert → Chart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3️⃣ Grafik Türünü Seç: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Sütun, Çizgi, Pasta...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4️⃣ Özelleştir: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Başlık ekle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Renkleri değiştir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Eksen etiketleri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5️⃣ Kaydet/Paylaş: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Resim olarak kaydet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Sunuma ekle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Örnek: Aylık Sıcaklık Grafiği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Ay      | Sıcaklık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Ocak    | 5°C    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Şubat   | 7°C    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| Mart    | 12°C     |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→ Çizgi grafiği yap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t>📊 Veri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Veriyi inceleyip sonuç çıkarmak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Analiz Soruları: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 yüksek değer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 düşük değer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Ortalama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Bir kalıp var mı?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İlişki var mı?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Merkezi Eğilim Ölçüleri: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Ortalama (Mean):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Tüm değerleri topla, sayıya böl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(10+20+30)/3 = 20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Medyan (Median):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Ortadaki değer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10, 15, 20 → Medyan: 15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Mod (Mode):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En çok tekrar eden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5, 5, 7, 9 → Mod: 5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Hangisini Kullan?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Genelde → Ortalama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Aşırı değerler varsa → Medyan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Sıklık önemliyse → Mod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t>🎯 Veri ile Karar Verme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Veriye dayalı kararlar daha sağlıklı!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Odaklı Karar Örneği: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Problem: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Okul kütüphanesine hangi kitapları alalım?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Veri Toplama: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Anket: En sevilen kitap türü?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Gözlem: Hangi kitaplar çok ödünç alınıyor?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Kayıt: Rafta eksik ne var?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📈 Analiz: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%40 macera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%30 bilim kurgu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%20 roman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%10 diğer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Karar: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Yeni kitapların %40'ı macera olsun!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Veriye dayalı karar: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Objektif (tarafsız)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Kanıta dayalı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Savunulabilir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⚠️ Dikkat: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 yanlış veya eksikse, karar da yanlış olur!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t>🔒 Veri Güvenliği ve Gizlilik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 toplarken/paylaşırken dikkatli ol!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Kişisel Veri Nedir?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İsim, soyisim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Doğum tarihi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Adres, telefon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Fotoğraflar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Sağlık bilgileri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📌 Veri Toplama Etik Kuralları: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🔐 İzin Al: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Kişilere sor, onay al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🔒 Gizli Tut: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Kişisel verileri paylaşma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Anonim Yap: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İsim kullanma, genel göster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Örnek: 'Öğrenci 1, Öğrenci 2'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Amacını Belirt: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Veri ne için kullanılacak?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🗑️ Gereksiz Veri Toplama: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300"/>
              <a:t>    • Sadece gerekli veriyi topla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KVKK (Kişisel Verilerin Korunması Kanunu):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Türkiye'de veri güvenliğini koruyan yasa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Bu ünitede neler öğrendik?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ve bilgi kavramları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toplama yöntemleri (anket, gözlem, deney)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türleri (sayısal, kategorik)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düzenleme ve sıralama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Grafik türleri (sütun, çizgi, pasta)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görselleştirme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Excel/Sheets ile tablo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Formüller ve fonksiyonlar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Grafik oluşturma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analizi (ortalama, medyan, mod)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Veriye dayalı karar verme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✅ Veri güvenliği ve gizlilik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💡 Anahtar Mesaj: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Veri doğru analiz edilirse değerli bilgi haline gelir!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3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300"/>
              <a:t>🎯 Artık veri analisti gibi düşünebilirsin!</a:t>
            </a:r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300"/>
              <a:t>📊 Veriyle dünyayı anlayabilirsin!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4000" b="1">
                <a:solidFill>
                  <a:srgbClr val="764BA2"/>
                </a:solidFill>
              </a:defRPr>
            </a:pPr>
            <a:r>
              <a:t>📚 Kaynaklar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endParaRPr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🎥 İzlenecek Videolar: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'Veri Nedir?' - TRT Okul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'Excel Eğitimi' - Temel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'Grafik Türleri' - Animasyon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🌐 Keşfedilecek Siteler: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Google Sheets (ücretsiz)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https://data.gov.tr - Açık veri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/>
            </a:pPr>
            <a:r>
              <a:rPr sz="1500"/>
              <a:t>📖 Projeler: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Sınıf anketi yap, analiz et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Hava durumu verileri topla, grafik yap</a:t>
            </a:r>
          </a:p>
          <a:p>
            <a:pPr lvl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1800"/>
            </a:pPr>
            <a:r>
              <a:rPr sz="1500"/>
              <a:t>    • Favori konular anketi</a:t>
            </a:r>
          </a:p>
          <a:p>
            <a:pPr>
              <a:lnSpc>
                <a:spcPct val="90000"/>
              </a:lnSpc>
              <a:spcAft>
                <a:spcPts val="300"/>
              </a:spcAft>
              <a:defRPr sz="2000"/>
            </a:pPr>
            <a:endParaRPr sz="1500"/>
          </a:p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000" b="1"/>
            </a:pPr>
            <a:r>
              <a:rPr sz="1500"/>
              <a:t>💡 Veri ile dünyayı keşfet!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5400" b="1">
                <a:solidFill>
                  <a:srgbClr val="FFFFFF"/>
                </a:solidFill>
              </a:defRPr>
            </a:pPr>
            <a:r>
              <a:t>Tebrikler! 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algn="ctr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2800">
                <a:solidFill>
                  <a:srgbClr val="FFFFFF"/>
                </a:solidFill>
              </a:defRPr>
            </a:pPr>
            <a:r>
              <a:t>Ünite 1'i Tamamladınız - Artık Veri Analistsiniz!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5400" b="1">
                <a:solidFill>
                  <a:srgbClr val="FFFFFF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6. SINIF - ÜNİTE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2800">
                <a:solidFill>
                  <a:srgbClr val="FFFFFF"/>
                </a:solidFill>
              </a:defRPr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Kelime İşlemci Programları</a:t>
            </a:r>
          </a:p>
        </p:txBody>
      </p:sp>
    </p:spTree>
    <p:extLst>
      <p:ext uri="{BB962C8B-B14F-4D97-AF65-F5344CB8AC3E}">
        <p14:creationId xmlns:p14="http://schemas.microsoft.com/office/powerpoint/2010/main" val="3821327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Bu ünitede neler öğreneceğiz?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1. Ofis Programları Nedir?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2. Kelime İşlemci (Word)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3. Metin Biçimlendirme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4. Paragraf Ayarları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5. Görsel Ekleme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6. Tablo Oluşturma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7. Sayfa Düzeni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8. Yazım Denetimi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9. Yazdırma ve PDF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10. Google Docs Kullanımı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11. İşbirlikli Çalışma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⏰ Süre: 3 Hafta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🎯 Amaç: Profesyonel belgeler oluşturmak!</a:t>
            </a:r>
          </a:p>
        </p:txBody>
      </p:sp>
    </p:spTree>
    <p:extLst>
      <p:ext uri="{BB962C8B-B14F-4D97-AF65-F5344CB8AC3E}">
        <p14:creationId xmlns:p14="http://schemas.microsoft.com/office/powerpoint/2010/main" val="39736956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📝 Kelime İşlemci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Kelime işlemci = Metin belgesi oluşturma programı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Popüler Kelime İşlemciler: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Microsoft Word (ücretli)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Google Docs (ücretsiz, online)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LibreOffice Writer (ücretsiz)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Pages (Apple)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📌 Ne İçin Kullanılır?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Ödev yazmak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Rapor hazırlamak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Mektup yazmak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Poster tasarlamak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Avantajları: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Düzenleme kolay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Yazım hatalarını bulur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Güzel görünüm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Yazdırma/paylaşma kolay</a:t>
            </a:r>
          </a:p>
        </p:txBody>
      </p:sp>
    </p:spTree>
    <p:extLst>
      <p:ext uri="{BB962C8B-B14F-4D97-AF65-F5344CB8AC3E}">
        <p14:creationId xmlns:p14="http://schemas.microsoft.com/office/powerpoint/2010/main" val="2222042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🎨 Metin Biçimlendirme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Metni güzelleştirmek ve vurgu yapmak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Yazı Tipi (Font):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Arial, Times New Roman, Calibri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Resmi belgeler: Times New Roman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Modern: Calibri, Arial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Boyut: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Başlıklar: 14-18 pt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Normal metin: 11-12 pt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Stil: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Kalın (Bold): Ctrl+B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İtalik: Ctrl+I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Altı Çizili: Ctrl+U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Renk: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Siyah = Normal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Renkler = Vurgu için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Fazla biçimlendirme karmaşık görünür!</a:t>
            </a:r>
          </a:p>
        </p:txBody>
      </p:sp>
    </p:spTree>
    <p:extLst>
      <p:ext uri="{BB962C8B-B14F-4D97-AF65-F5344CB8AC3E}">
        <p14:creationId xmlns:p14="http://schemas.microsoft.com/office/powerpoint/2010/main" val="17364421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📐 Paragraf Ayarları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Paragrafları düzenlemek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Hizalama: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Sola: Ctrl+L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Ortala: Ctrl+E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Sağa: Ctrl+R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İki Yana Yasla: Ctrl+J (resmi belgeler)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Satır Aralığı: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Tek: Normal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1.5: Ödev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2: Çift aralık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Girintiler: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İlk satır girintisi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Sol/Sağ girinti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Madde İşaretleri: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Madde listesi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Numaralı liste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Resmi belgeler: İki yana yaslı, 1.5 satır aralığı</a:t>
            </a:r>
          </a:p>
        </p:txBody>
      </p:sp>
    </p:spTree>
    <p:extLst>
      <p:ext uri="{BB962C8B-B14F-4D97-AF65-F5344CB8AC3E}">
        <p14:creationId xmlns:p14="http://schemas.microsoft.com/office/powerpoint/2010/main" val="29078004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🖼️ Görsel ve Şekil Ekleme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Belgeye görsel katmak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Resim Ekleme: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Ekle → Resim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Bilgisayardan yükle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İnternetten ara (dikkat: telif!)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Resim Düzenleme: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Boyutlandır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Kırp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Metin sarma (çevreleme)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Şekiller: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Dikdörtgen, daire, ok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Akış diyagramı şekilleri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SmartArt: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Şemalar, grafikler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⚠️ Telif Hakkı: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Başkasının resmini kullanırken kaynak göster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Ücretsiz resim siteleri: Unsplash, Pixabay</a:t>
            </a:r>
          </a:p>
        </p:txBody>
      </p:sp>
    </p:spTree>
    <p:extLst>
      <p:ext uri="{BB962C8B-B14F-4D97-AF65-F5344CB8AC3E}">
        <p14:creationId xmlns:p14="http://schemas.microsoft.com/office/powerpoint/2010/main" val="30797688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📊 Tablo Oluşturma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Word'de tablo yapmak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Tablo Ekleme: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Ekle → Tablo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Satır ve sütun sayısı seç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Tablo Düzenleme: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Satır/Sütun ekle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Satır/Sütun sil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Hücreleri birleştir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Hücreleri böl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Tablo Biçimlendirme: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Kenarlıklar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Arka plan rengi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Tablo stilleri (hazır)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📌 Örnek Kullanım: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Ders programı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Karşılaştırma tablosu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Veri gösterimi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Excel'den tablo kopyalayabilirsin</a:t>
            </a:r>
          </a:p>
        </p:txBody>
      </p:sp>
    </p:spTree>
    <p:extLst>
      <p:ext uri="{BB962C8B-B14F-4D97-AF65-F5344CB8AC3E}">
        <p14:creationId xmlns:p14="http://schemas.microsoft.com/office/powerpoint/2010/main" val="25871884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📄 Sayfa Düzeni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Sayfayı ayarlamak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Sayfa Boyutu: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A4 (standart)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Letter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Yönlendirme: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Dikey (Portrait) - Normal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Yatay (Landscape) - Geniş tablolar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Kenar Boşlukları: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Normal: 2.5 cm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Dar: 1.27 cm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Geniş: 5 cm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Üstbilgi/Altbilgi: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Başlık, tarih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Sayfa numarası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Sütunlar: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Tek sütun: Normal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İki sütun: Gazete formatı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Resmi ödevler için standart A4, dikey</a:t>
            </a:r>
          </a:p>
        </p:txBody>
      </p:sp>
    </p:spTree>
    <p:extLst>
      <p:ext uri="{BB962C8B-B14F-4D97-AF65-F5344CB8AC3E}">
        <p14:creationId xmlns:p14="http://schemas.microsoft.com/office/powerpoint/2010/main" val="37445282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📚 Google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Online kelime işlemci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Google Docs Avantajları: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Ücretsiz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Her yerden erişim (internet ile)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Otomatik kaydetme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İşbirlikli çalışma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Yorum yapma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Nasıl Kullanılır?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docs.google.com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Google hesabı ile giriş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Yeni belge oluştur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Paylaşma: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Paylaş butonu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E-posta ile paylaş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Link ile paylaş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İzinler: Görüntüleme, Yorum, Düzenleme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Grup ödevlerinde çok kullanışlı!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Herkes aynı anda çalışabilir</a:t>
            </a:r>
          </a:p>
        </p:txBody>
      </p:sp>
    </p:spTree>
    <p:extLst>
      <p:ext uri="{BB962C8B-B14F-4D97-AF65-F5344CB8AC3E}">
        <p14:creationId xmlns:p14="http://schemas.microsoft.com/office/powerpoint/2010/main" val="10899445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🤝 İşbirlikli Çalışma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Birlikte belge oluşturmak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Google Docs ile İşbirliği: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Aynı anda birden fazla kişi düzenler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Her kişi farklı renk ile görünür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Anlık değişiklikler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Yorumlar: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Metin seç → Yorum ekle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Geri bildirim ver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Öneri yap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Sürüm Geçmişi: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Dosya → Sürüm geçmişi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Eski halini gör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Geri dön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Etiket: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@isim ile etiketle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Bildirim gider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İşbirliği Kuralları: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Başkasının yazısını silme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Değişiklikleri yorum olarak öner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İletişim kur</a:t>
            </a:r>
          </a:p>
        </p:txBody>
      </p:sp>
    </p:spTree>
    <p:extLst>
      <p:ext uri="{BB962C8B-B14F-4D97-AF65-F5344CB8AC3E}">
        <p14:creationId xmlns:p14="http://schemas.microsoft.com/office/powerpoint/2010/main" val="33970016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Bu ünitede neler öğrendik?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Kelime işlemci programları (Word, Google Docs)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Metin biçimlendirme (font, boyut, stil)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Paragraf ayarları (hizalama, aralık)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Görsel ve şekil ekleme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Tablo oluşturma ve düzenleme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Sayfa düzeni ayarları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Yazım denetimi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Google Docs kullanımı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İşbirlikli çalışma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Anahtar Mesaj: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Profesyonel belgeler hazırlayabilirsin!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🎯 Artık bir ofis programları uzmanısın!</a:t>
            </a:r>
          </a:p>
        </p:txBody>
      </p:sp>
    </p:spTree>
    <p:extLst>
      <p:ext uri="{BB962C8B-B14F-4D97-AF65-F5344CB8AC3E}">
        <p14:creationId xmlns:p14="http://schemas.microsoft.com/office/powerpoint/2010/main" val="20012925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5400" b="1">
                <a:solidFill>
                  <a:srgbClr val="FFFFFF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6. SINIF - ÜNİTE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2800">
                <a:solidFill>
                  <a:srgbClr val="FFFFFF"/>
                </a:solidFill>
              </a:defRPr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Algoritmalar ve Problem Çözme</a:t>
            </a:r>
          </a:p>
        </p:txBody>
      </p:sp>
    </p:spTree>
    <p:extLst>
      <p:ext uri="{BB962C8B-B14F-4D97-AF65-F5344CB8AC3E}">
        <p14:creationId xmlns:p14="http://schemas.microsoft.com/office/powerpoint/2010/main" val="34850262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Bu ünitede neler öğreneceğiz?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1. Algoritma Nedir?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2. Algoritma Örnekleri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3. Akış Diyagramları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4. Akış Diyagramı Sembolleri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5. Sıralı Algoritmalar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6. Seçimli Algoritmalar (If-Else)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7. Döngülü Algoritmalar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8. Problem Çözme Basamakları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9. Algoritma Tasarımı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10. Algoritma Analizi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⏰ Süre: 3 Hafta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🎯 Amaç: Problem çözme becerisi kazanmak!</a:t>
            </a:r>
          </a:p>
        </p:txBody>
      </p:sp>
    </p:spTree>
    <p:extLst>
      <p:ext uri="{BB962C8B-B14F-4D97-AF65-F5344CB8AC3E}">
        <p14:creationId xmlns:p14="http://schemas.microsoft.com/office/powerpoint/2010/main" val="14804082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🧩 Algoritma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Algoritma = Bir problemi çözme adımları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Algoritma Özellikleri: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Adımları var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Sıralı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Sonlu (biter)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Her adım net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📌 Günlük Hayattan Örnek: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🍞 Çay Yapma Algoritması: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1. Çaydanlığı al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2. Su doldur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3. Ocağa koy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4. Yak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5. Kaynayana kadar bekle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6. Çayı demlendirme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Her tarifin bir algoritması vardır!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Bilgisayar programları da algoritma ile çalışır</a:t>
            </a:r>
          </a:p>
        </p:txBody>
      </p:sp>
    </p:spTree>
    <p:extLst>
      <p:ext uri="{BB962C8B-B14F-4D97-AF65-F5344CB8AC3E}">
        <p14:creationId xmlns:p14="http://schemas.microsoft.com/office/powerpoint/2010/main" val="23702797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📊 Akış Diyagramı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Akış diyagramı = Algoritmanın görsel hali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Temel Semboller: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⭕ Oval: Başla/Bitir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▭ Dikdörtgen: İşlem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◇ Baklava: Karar (If)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⬜ Paralelkenar: Girdi/Çıktı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→ Ok: Akış yönü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📌 Örnek: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[Başla]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↓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[Sayı Gir]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↓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[Sayı&gt;0?]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↙    ↘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[Pozitif][Negatif]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↓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[Bitir]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Akış diyagramı kod yazmadan önce kullanılır</a:t>
            </a:r>
          </a:p>
        </p:txBody>
      </p:sp>
    </p:spTree>
    <p:extLst>
      <p:ext uri="{BB962C8B-B14F-4D97-AF65-F5344CB8AC3E}">
        <p14:creationId xmlns:p14="http://schemas.microsoft.com/office/powerpoint/2010/main" val="3915869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🔀 Seçimli Yapılar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Karar verme yapıları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If (Eğer):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Koşul doğruysa yap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If-Else (Değilse):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Doğruysa A yap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Yanlışsa B yap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📌 Örnek: Sınav Geçme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Eğer not &gt;= 50 ise: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Geçti yaz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Değilse: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Kaldı yaz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Günlük Hayat: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Eğer yağmur yağıyorsa: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Şemsiye al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Değilse: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Şemsiye alma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🎯 Her karar bir seçimli yapıdır!</a:t>
            </a:r>
          </a:p>
        </p:txBody>
      </p:sp>
    </p:spTree>
    <p:extLst>
      <p:ext uri="{BB962C8B-B14F-4D97-AF65-F5344CB8AC3E}">
        <p14:creationId xmlns:p14="http://schemas.microsoft.com/office/powerpoint/2010/main" val="1201649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🔁 Döngüler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Tekrar yapıları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Döngü Türleri: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🔢 For Döngüsü: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Belirli sayıda tekrar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Örnek: 10 kez yaz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❓ While Döngüsü: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Koşul sağlanana kadar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Örnek: Not 50'den büyük olana kadar sor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📌 Örnek: 1'den 10'a Kadar Say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Sayaç = 1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1'den 10'a kadar tekrarla: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Sayacı yaz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Sayacı 1 arttır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Döngüler tekrarlı işler için kullanılır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⚠️ Sonsuz döngü = Hiç bitmeyen döngü (hata!)</a:t>
            </a:r>
          </a:p>
        </p:txBody>
      </p:sp>
    </p:spTree>
    <p:extLst>
      <p:ext uri="{BB962C8B-B14F-4D97-AF65-F5344CB8AC3E}">
        <p14:creationId xmlns:p14="http://schemas.microsoft.com/office/powerpoint/2010/main" val="4567147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🎯 Problem Çözme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Problemi nasıl çözeriz?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Problem Çözme Adımları: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1️⃣ Problemi Anla: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Ne isteniyor?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Girdi nedir?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Çıktı nedir?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2️⃣ Plan Yap: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Algoritma tasarla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Akış diyagramı çiz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3️⃣ Uygula: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Kodu yaz / adımları takip et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4️⃣ Test Et: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Doğru çalışıyor mu?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Farklı değerler dene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5️⃣ İyileştir: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Daha hızlı yapılabilir mi?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Daha basit olabilir mi?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Bu adımlar her problem için geçerli!</a:t>
            </a:r>
          </a:p>
        </p:txBody>
      </p:sp>
    </p:spTree>
    <p:extLst>
      <p:ext uri="{BB962C8B-B14F-4D97-AF65-F5344CB8AC3E}">
        <p14:creationId xmlns:p14="http://schemas.microsoft.com/office/powerpoint/2010/main" val="36121027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Bu ünitede neler öğrendik?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Algoritma kavramı ve önemi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Günlük hayattan algoritma örnekleri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Akış diyagramları ve sembolleri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Sıralı, seçimli, döngülü yapılar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Problem çözme basamakları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Algoritma tasarımı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Anahtar Mesaj: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Her problem adım adım çözülebilir!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Algoritma düşüncesi hayatın her alanında işe yarar.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🎯 Artık algoritmik düşünebilirsin!</a:t>
            </a:r>
          </a:p>
        </p:txBody>
      </p:sp>
    </p:spTree>
    <p:extLst>
      <p:ext uri="{BB962C8B-B14F-4D97-AF65-F5344CB8AC3E}">
        <p14:creationId xmlns:p14="http://schemas.microsoft.com/office/powerpoint/2010/main" val="98755323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5400" b="1">
                <a:solidFill>
                  <a:srgbClr val="FFFFFF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6. SINIF - ÜNİTE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2800">
                <a:solidFill>
                  <a:srgbClr val="FFFFFF"/>
                </a:solidFill>
              </a:defRPr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Blok Tabanlı Programlama II</a:t>
            </a:r>
          </a:p>
        </p:txBody>
      </p:sp>
    </p:spTree>
    <p:extLst>
      <p:ext uri="{BB962C8B-B14F-4D97-AF65-F5344CB8AC3E}">
        <p14:creationId xmlns:p14="http://schemas.microsoft.com/office/powerpoint/2010/main" val="26516862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Bu ünitede neler öğreneceğiz? (İleri Seviye Scratch)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1. Klonlama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2. Mesajlaşma (Broadcast)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3. Kalem Uzantısı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4. Müzik Uzantısı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5. Video Algılama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6. Karmaşık Oyun Mekaniği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7. Yapay Zeka ile Scratch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8. Bulut Değişkenleri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9. Final Proje: Platform Oyunu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⏰ Süre: 8 Hafta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🎯 Amaç: Gelişmiş oyunlar programlamak!</a:t>
            </a:r>
          </a:p>
        </p:txBody>
      </p:sp>
    </p:spTree>
    <p:extLst>
      <p:ext uri="{BB962C8B-B14F-4D97-AF65-F5344CB8AC3E}">
        <p14:creationId xmlns:p14="http://schemas.microsoft.com/office/powerpoint/2010/main" val="5180445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👥 Klonlama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Klonlama = Sprite'ın kopyalarını oluşturma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Neden Kullanılır?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Çok nesne oluşturmak (düşmanlar, mermiler)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Dinamik oyunlar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Klonlama Blokları: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🔹 'Kendimin klonunu oluştur'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🔹 'Klon olarak başladığımda'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🔹 'Bu klonu sil'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📌 Örnek: Yıldız Yağmuru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[Yeşil bayrak]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[Sürekli tekrarla]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[Kendimin klonunu oluştur]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[1 saniye bekle]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[Klon olarak başladığımda]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[Rastgele x, y=180]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[y &lt; -180 olana kadar]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[y'yi 10 azalt]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[Bu klonu sil]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Klonlar performans için önemli!</a:t>
            </a:r>
          </a:p>
        </p:txBody>
      </p:sp>
    </p:spTree>
    <p:extLst>
      <p:ext uri="{BB962C8B-B14F-4D97-AF65-F5344CB8AC3E}">
        <p14:creationId xmlns:p14="http://schemas.microsoft.com/office/powerpoint/2010/main" val="18240479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📡 Mesajlaşma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Sprite'lar arasında iletişim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Mesaj Blokları: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'mesaj1 mesajını yayınla'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'mesaj1 mesajını aldığımda'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'mesaj1 yayınla ve bekle'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📌 Örnek: Oyun Başlatma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Buton Sprite: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[Bu sprite tıklandığında]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['OyunBasla' mesajını yayınla]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Oyuncu Sprite: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['OyunBasla' mesajını aldığında]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[Oyun kodları...]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Düşman Sprite: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['OyunBasla' mesajını aldığında]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[Hareket et...]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Mesajlar koordinasyon sağlar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Tüm sprite'lar senkronize çalışır</a:t>
            </a:r>
          </a:p>
        </p:txBody>
      </p:sp>
    </p:spTree>
    <p:extLst>
      <p:ext uri="{BB962C8B-B14F-4D97-AF65-F5344CB8AC3E}">
        <p14:creationId xmlns:p14="http://schemas.microsoft.com/office/powerpoint/2010/main" val="17251545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🎨 Kalem Uzantısı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Çizim yapmak için uzantı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Uzantı Ekleme: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Sol altta 'Uzantı Ekle'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Kalem'i seç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Kalem Blokları: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'Hepsini temizle'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'Damga'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'Kalemi indir/kaldır'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'Kalem rengini ... yap'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'Kalem kalınlığını ... yap'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📌 Proje: Paint Uygulaması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[Sürekli tekrarla]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[Fare x, y'ye git]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[Eğer fare tıklandı ise]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    [Kalemi indir]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[Değilse]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    [Kalemi kaldır]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Geometri çizim öğretimi için harika!</a:t>
            </a:r>
          </a:p>
        </p:txBody>
      </p:sp>
    </p:spTree>
    <p:extLst>
      <p:ext uri="{BB962C8B-B14F-4D97-AF65-F5344CB8AC3E}">
        <p14:creationId xmlns:p14="http://schemas.microsoft.com/office/powerpoint/2010/main" val="22994854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🎵 Müzik Uzantısı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Kendi müziğini yap!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Müzik Uzantısı: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Uzantı → Müzik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Müzik Blokları: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'Nota ... çal ...'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'Enstrümanı ... yap'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'Tempo ... yap'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'Davul ... çal'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📌 Basit Melodi: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[Do notasını 0.5 vuruş çal]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[Re notasını 0.5 vuruş çal]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[Mi notasını 0.5 vuruş çal]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[Do notasını 1 vuruş çal]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🎯 Proje Fikirleri: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Piyano uygulaması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Müzik kompozisyonu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Ritim oyunu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Müzik + Kodlama = Yaratıcılık!</a:t>
            </a:r>
          </a:p>
        </p:txBody>
      </p:sp>
    </p:spTree>
    <p:extLst>
      <p:ext uri="{BB962C8B-B14F-4D97-AF65-F5344CB8AC3E}">
        <p14:creationId xmlns:p14="http://schemas.microsoft.com/office/powerpoint/2010/main" val="17667238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🎮 Platform Oyunu Projesi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Final Proje: Kendi platform oyununu yap!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Gereksinimler: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Oyuncu karakteri (zıplama, hareket)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Platformlar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Düşmanlar (AI)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Puanlama sistemi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Seviye tasarımı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Yer çekimi mekaniği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📌 Teknik Özellikler: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Klonlama kullan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Mesajlaşma kullan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Değişkenler (puan, can)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Çarpışma algılama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Ses efektleri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Örnek Oyunlar: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Mario benzeri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Sonic benzeri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Geometry Dash benzeri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🎯 Bu proje tüm öğrendiklerini birleştiriyor!</a:t>
            </a:r>
          </a:p>
        </p:txBody>
      </p:sp>
    </p:spTree>
    <p:extLst>
      <p:ext uri="{BB962C8B-B14F-4D97-AF65-F5344CB8AC3E}">
        <p14:creationId xmlns:p14="http://schemas.microsoft.com/office/powerpoint/2010/main" val="26395653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Bu ünitede neler öğrendik?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Klonlama (çok nesne oluşturma)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Mesajlaşma (sprite iletişimi)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Kalem uzantısı (çizim)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Müzik uzantısı (melodi)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Video algılama (kamera)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Karmaşık oyun mekaniği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Platform oyunu projesi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Anahtar Mesaj: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Artık profesyonel seviye oyunlar yapabilirsin!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🎯 Scratch'in tüm özelliklerini öğrendin!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🚀 Sıra kendi büyük projendeartık!</a:t>
            </a:r>
          </a:p>
        </p:txBody>
      </p:sp>
    </p:spTree>
    <p:extLst>
      <p:ext uri="{BB962C8B-B14F-4D97-AF65-F5344CB8AC3E}">
        <p14:creationId xmlns:p14="http://schemas.microsoft.com/office/powerpoint/2010/main" val="39930311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5400" b="1">
                <a:solidFill>
                  <a:srgbClr val="FFFFFF"/>
                </a:solidFill>
              </a:defRPr>
            </a:pPr>
            <a:r>
              <a:rPr kumimoji="0" sz="5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6. SINIF - ÜNİTE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2800">
                <a:solidFill>
                  <a:srgbClr val="FFFFFF"/>
                </a:solidFill>
              </a:defRPr>
            </a:pPr>
            <a:r>
              <a:rPr kumimoji="0" sz="2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Sunum Programları</a:t>
            </a:r>
          </a:p>
        </p:txBody>
      </p:sp>
    </p:spTree>
    <p:extLst>
      <p:ext uri="{BB962C8B-B14F-4D97-AF65-F5344CB8AC3E}">
        <p14:creationId xmlns:p14="http://schemas.microsoft.com/office/powerpoint/2010/main" val="31331608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Bu ünitede neler öğreneceğiz?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1. Sunum Programları Nedir?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2. PowerPoint / Google Slides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3. Slayt Tasarımı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4. Metin ve Görsel Ekleme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5. Animasyonlar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6. Geçiş Efektleri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7. Multimedya Ekleme (Video, Ses)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8. Sunum Hazırlama İpuçları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9. Etkili Sunum Yapma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10. Proje: Araştırma Sunumu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⏰ Süre: 3 Hafta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🎯 Amaç: Etkili sunumlar hazırlamak!</a:t>
            </a:r>
          </a:p>
        </p:txBody>
      </p:sp>
    </p:spTree>
    <p:extLst>
      <p:ext uri="{BB962C8B-B14F-4D97-AF65-F5344CB8AC3E}">
        <p14:creationId xmlns:p14="http://schemas.microsoft.com/office/powerpoint/2010/main" val="158375097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🎬 Sunum Programı Nedir?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Sunum programı = Görsel sunumlar hazırlama aracı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Popüler Programlar: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Microsoft PowerPoint (ücretli)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Google Slides (ücretsiz)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Canva (online)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Prezi (farklı format)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📌 Ne İçin Kullanılır?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Ders sunumları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Proje tanıtımı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Rapor sunumu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Eğitim materyali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İyi bir sunum: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Görsel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Net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Özlü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Etkili</a:t>
            </a:r>
          </a:p>
        </p:txBody>
      </p:sp>
    </p:spTree>
    <p:extLst>
      <p:ext uri="{BB962C8B-B14F-4D97-AF65-F5344CB8AC3E}">
        <p14:creationId xmlns:p14="http://schemas.microsoft.com/office/powerpoint/2010/main" val="15477645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🎨 Slayt Tasarımı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Güzel ve etkili slayt nasıl olur?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Tasarım İlkeleri: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🎯 Basitlik: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Her slayt 1 ana fikir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Çok metin kullanma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Boşluk bırak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🌈 Renk Uyumu: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3-4 renk kullan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Kontrast önemli (açık arka plan + koyu metin)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🔤 Yazı Tipi: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Okunabilir fontlar (Arial, Calibri)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Başlık: 28-44 pt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Metin: 18-24 pt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🖼️ Görseller: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Yüksek çözünürlük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Konuyla ilgili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Telif haklarına dikkat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6-6 Kuralı: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Slayt başına 6 madde, madde başına 6 kelime</a:t>
            </a:r>
          </a:p>
        </p:txBody>
      </p:sp>
    </p:spTree>
    <p:extLst>
      <p:ext uri="{BB962C8B-B14F-4D97-AF65-F5344CB8AC3E}">
        <p14:creationId xmlns:p14="http://schemas.microsoft.com/office/powerpoint/2010/main" val="235643552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✨ Animasyonlar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Slaytları canlı hale getir!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Animasyon Türleri: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🎬 Giriş Animasyonları: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Belirme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Uçarak gelme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Kayarak gelme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🎭 Vurgu Animasyonları: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Büyütme/Küçültme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Döndürme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Renk değişimi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🚀 Çıkış Animasyonları: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Kaybolma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Uçarak gitme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⏱️ Zamanlama: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Otomatik (zaman ayarlı)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Tıklama ile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⚠️ Dikkat: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Fazla animasyon dikkat dağıtır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Basit tutun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Amaca uygun kullanın</a:t>
            </a:r>
          </a:p>
        </p:txBody>
      </p:sp>
    </p:spTree>
    <p:extLst>
      <p:ext uri="{BB962C8B-B14F-4D97-AF65-F5344CB8AC3E}">
        <p14:creationId xmlns:p14="http://schemas.microsoft.com/office/powerpoint/2010/main" val="22956936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🎬 Geçiş Efektleri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Slaytlar arası geçişler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Popüler Geçişler: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Soldurma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İtme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Kapak açma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Küp döndürme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Geçiş Ayarları: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Hız (yavaş, orta, hızlı)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Yön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Ses (genelde kullanılmaz)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İyi Uygulama: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Tüm slaytlarda aynı geçiş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Basit geçiş seç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Hız: Orta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⚠️ Kötü Uygulama: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Her slayt farklı geçiş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Çok hızlı veya çok yavaş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Dikkat dağıtıcı efektler</a:t>
            </a:r>
          </a:p>
        </p:txBody>
      </p:sp>
    </p:spTree>
    <p:extLst>
      <p:ext uri="{BB962C8B-B14F-4D97-AF65-F5344CB8AC3E}">
        <p14:creationId xmlns:p14="http://schemas.microsoft.com/office/powerpoint/2010/main" val="36429906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🎤 Etkili Sunum Yapma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Sunumu nasıl yapmalısın?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Sunum Öncesi: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Prova yap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Zamanını ölç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Ekipmanı kontrol et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Sunum Sırasında: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Göz teması kur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Net konuş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Slayta bakma, izleyicilere bak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Jestlerini kullan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Kendine güven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İçerik: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Giriş yap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Ana konuları sun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Özet yap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Sorular al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Altın Kural: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Slayt senin yardımcın, sen sunumu yapıyorsun!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⚠️ Yapma: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Slaytı kelimesi kelimesine okuma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Hızlı konuşma</a:t>
            </a:r>
          </a:p>
          <a:p>
            <a:pPr marL="457200" marR="0" lvl="1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700"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   • İzleyiciye sırt dönme</a:t>
            </a:r>
          </a:p>
        </p:txBody>
      </p:sp>
    </p:spTree>
    <p:extLst>
      <p:ext uri="{BB962C8B-B14F-4D97-AF65-F5344CB8AC3E}">
        <p14:creationId xmlns:p14="http://schemas.microsoft.com/office/powerpoint/2010/main" val="39874745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63500" tIns="25400" rIns="63500" bIns="25400"/>
          <a:lstStyle/>
          <a:p>
            <a:pPr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 lIns="63500" tIns="25400" rIns="63500" bIns="2540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Bu ünitede neler öğrendik?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Sunum programları (PowerPoint, Google Slides)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Slayt tasarımı ilkeleri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Metin ve görsel ekleme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Animasyonlar ve geçişler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Multimedya ekleme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Etkili sunum hazırlama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Sunum yapma teknikleri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💡 Anahtar Mesaj: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Etkili sunum = Basit tasarım + İyi içerik + Kendine güven</a:t>
            </a:r>
          </a:p>
          <a:p>
            <a:pPr marL="0" marR="0" lvl="0" indent="0" algn="l" defTabSz="457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sz="1900"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🎯 Artık profesyonel sunumlar yapabilirsin!</a:t>
            </a:r>
          </a:p>
          <a:p>
            <a:pPr marL="0" marR="0" lvl="0" indent="0" algn="l" defTabSz="457200" rtl="0" eaLnBrk="1" fontAlgn="auto" latinLnBrk="0" hangingPunct="1">
              <a:lnSpc>
                <a:spcPct val="85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 sz="1900"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🎤 Fikirlerini etkili bir şekilde anlatabilirsin!</a:t>
            </a:r>
          </a:p>
        </p:txBody>
      </p:sp>
    </p:spTree>
    <p:extLst>
      <p:ext uri="{BB962C8B-B14F-4D97-AF65-F5344CB8AC3E}">
        <p14:creationId xmlns:p14="http://schemas.microsoft.com/office/powerpoint/2010/main" val="4011134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8954</Words>
  <Application>Microsoft Office PowerPoint</Application>
  <PresentationFormat>Ekran Gösterisi (4:3)</PresentationFormat>
  <Paragraphs>1791</Paragraphs>
  <Slides>52</Slides>
  <Notes>52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 Theme</vt:lpstr>
      <vt:lpstr>PowerPoint Sunusu</vt:lpstr>
      <vt:lpstr>📚 Ünitenin Konuları</vt:lpstr>
      <vt:lpstr>📊 Veri Nedir?</vt:lpstr>
      <vt:lpstr>🔍 Veri Toplama Yöntemleri</vt:lpstr>
      <vt:lpstr>📊 Veri Türleri</vt:lpstr>
      <vt:lpstr>📋 Veri Düzenleme</vt:lpstr>
      <vt:lpstr>📊 Grafik Türleri</vt:lpstr>
      <vt:lpstr>🎨 Veri Görselleştirme</vt:lpstr>
      <vt:lpstr>💻 Excel/Sheets ile Tablo Oluşturma</vt:lpstr>
      <vt:lpstr>🧮 Formüller ve Fonksiyonlar</vt:lpstr>
      <vt:lpstr>📊 Grafik Oluşturma (Excel/Sheets)</vt:lpstr>
      <vt:lpstr>📊 Veri Analizi</vt:lpstr>
      <vt:lpstr>🎯 Veri ile Karar Verme</vt:lpstr>
      <vt:lpstr>🔒 Veri Güvenliği ve Gizlilik</vt:lpstr>
      <vt:lpstr>📝 Ünite Özeti</vt:lpstr>
      <vt:lpstr>📚 Kaynaklar</vt:lpstr>
      <vt:lpstr>PowerPoint Sunusu</vt:lpstr>
      <vt:lpstr>PowerPoint Sunusu</vt:lpstr>
      <vt:lpstr>📚 Ünitenin Konuları</vt:lpstr>
      <vt:lpstr>📝 Kelime İşlemci Nedir?</vt:lpstr>
      <vt:lpstr>🎨 Metin Biçimlendirme</vt:lpstr>
      <vt:lpstr>📐 Paragraf Ayarları</vt:lpstr>
      <vt:lpstr>🖼️ Görsel ve Şekil Ekleme</vt:lpstr>
      <vt:lpstr>📊 Tablo Oluşturma</vt:lpstr>
      <vt:lpstr>📄 Sayfa Düzeni</vt:lpstr>
      <vt:lpstr>📚 Google Docs</vt:lpstr>
      <vt:lpstr>🤝 İşbirlikli Çalışma</vt:lpstr>
      <vt:lpstr>📝 Ünite Özeti</vt:lpstr>
      <vt:lpstr>PowerPoint Sunusu</vt:lpstr>
      <vt:lpstr>📚 Ünitenin Konuları</vt:lpstr>
      <vt:lpstr>🧩 Algoritma Nedir?</vt:lpstr>
      <vt:lpstr>📊 Akış Diyagramı</vt:lpstr>
      <vt:lpstr>🔀 Seçimli Yapılar</vt:lpstr>
      <vt:lpstr>🔁 Döngüler</vt:lpstr>
      <vt:lpstr>🎯 Problem Çözme</vt:lpstr>
      <vt:lpstr>📝 Ünite Özeti</vt:lpstr>
      <vt:lpstr>PowerPoint Sunusu</vt:lpstr>
      <vt:lpstr>📚 Ünitenin Konuları</vt:lpstr>
      <vt:lpstr>👥 Klonlama</vt:lpstr>
      <vt:lpstr>📡 Mesajlaşma</vt:lpstr>
      <vt:lpstr>🎨 Kalem Uzantısı</vt:lpstr>
      <vt:lpstr>🎵 Müzik Uzantısı</vt:lpstr>
      <vt:lpstr>🎮 Platform Oyunu Projesi</vt:lpstr>
      <vt:lpstr>📝 Ünite Özeti</vt:lpstr>
      <vt:lpstr>PowerPoint Sunusu</vt:lpstr>
      <vt:lpstr>📚 Ünitenin Konuları</vt:lpstr>
      <vt:lpstr>🎬 Sunum Programı Nedir?</vt:lpstr>
      <vt:lpstr>🎨 Slayt Tasarımı</vt:lpstr>
      <vt:lpstr>✨ Animasyonlar</vt:lpstr>
      <vt:lpstr>🎬 Geçiş Efektleri</vt:lpstr>
      <vt:lpstr>🎤 Etkili Sunum Yapma</vt:lpstr>
      <vt:lpstr>📝 Ünite Özeti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emre esen</dc:creator>
  <cp:keywords/>
  <dc:description>generated using python-pptx</dc:description>
  <cp:lastModifiedBy>emre esen</cp:lastModifiedBy>
  <cp:revision>2</cp:revision>
  <dcterms:created xsi:type="dcterms:W3CDTF">2013-01-27T09:14:16Z</dcterms:created>
  <dcterms:modified xsi:type="dcterms:W3CDTF">2025-11-09T12:16:06Z</dcterms:modified>
  <cp:category/>
</cp:coreProperties>
</file>