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764BA2"/>
                </a:solidFill>
              </a:defRPr>
            </a:pPr>
            <a:r>
              <a:t>ÜNİTE 1: BİLİŞİM TEKNOLOJİLERİ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6. Sınıf - 4 Hafta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764BA2"/>
                </a:solidFill>
              </a:defRPr>
            </a:pPr>
            <a:r>
              <a:t>Donanım-Yazılım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Temel kavramlar</a:t>
            </a:r>
          </a:p>
          <a:p>
            <a:pPr>
              <a:defRPr sz="2000"/>
            </a:pPr>
            <a:r>
              <a:t>İşletim sistemleri</a:t>
            </a:r>
          </a:p>
          <a:p>
            <a:pPr>
              <a:defRPr sz="2000"/>
            </a:pPr>
            <a:r>
              <a:t>Dosya yönetimi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764BA2"/>
                </a:solidFill>
              </a:defRPr>
            </a:pPr>
            <a:r>
              <a:t>İleri Konular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SSD vs HDD</a:t>
            </a:r>
          </a:p>
          <a:p>
            <a:pPr>
              <a:defRPr sz="2000"/>
            </a:pPr>
            <a:r>
              <a:t>Bulut depolama</a:t>
            </a:r>
          </a:p>
          <a:p>
            <a:pPr>
              <a:defRPr sz="2000"/>
            </a:pPr>
            <a:r>
              <a:t>Sanal makineler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