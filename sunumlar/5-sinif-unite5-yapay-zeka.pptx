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3296DC"/>
                </a:solidFill>
              </a:defRPr>
            </a:pPr>
            <a:r>
              <a:t>ÜNİTE 5: YAPAY ZEKA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5. Sınıf - 4 Hafta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296DC"/>
                </a:solidFill>
              </a:defRPr>
            </a:pPr>
            <a:r>
              <a:t>YZ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Yapay zeka tanımı</a:t>
            </a:r>
          </a:p>
          <a:p>
            <a:pPr>
              <a:defRPr sz="2000"/>
            </a:pPr>
            <a:r>
              <a:t>Günlük hayatta YZ</a:t>
            </a:r>
          </a:p>
          <a:p>
            <a:pPr>
              <a:defRPr sz="2000"/>
            </a:pPr>
            <a:r>
              <a:t>Örnekler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3296DC"/>
                </a:solidFill>
              </a:defRPr>
            </a:pPr>
            <a:r>
              <a:t>YZ Uygulamaları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Siri/Alexa</a:t>
            </a:r>
          </a:p>
          <a:p>
            <a:pPr>
              <a:defRPr sz="2000"/>
            </a:pPr>
            <a:r>
              <a:t>Netflix önerileri</a:t>
            </a:r>
          </a:p>
          <a:p>
            <a:pPr>
              <a:defRPr sz="2000"/>
            </a:pPr>
            <a:r>
              <a:t>Yüz tanıma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