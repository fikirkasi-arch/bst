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Vatandaşlık Nedir?'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Dijital dünyada gördüğünüz etik dışı davranışlar neler? Örnekler verin.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dijital ayak izlerini düşündürün. Ne paylaştılar?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gizlilik ayarlarını kontrol ettirin (ebeveyn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güçlü şifre oluşturma yarışması düzenleyin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Şifre yöneticisi (password manager) nedir, nasıl kullanılır?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'Phishing Saldırısı Nasıl Anlaşılır?' - Örnek senaryolar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Farklı zararlı yazılım türlerinin ikonları ve etkileri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Windows Defender nasıl açılır ve tarama yapılır?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 yapma aktivitesi: Sosyal mühendislik senaryoları canlandırın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'Dijital Vatandaşlık Sertifikası' tasarlayın ve imzalatın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hesapta 2FA nasıl açılır?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öğrendiklerini pekiştirin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Etik ve Güvenlik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1. Dijital Etik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2. Dijital Ayak İzi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3. Gizlilik ve Mahremiyet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4. Kişisel Veri Güvenliği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5. Güçlü Şifre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6. Siber Güvenlik Tehditleri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7. Phishing (Oltalama) Saldırıları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8. Zararlı Yazılımlar (Virüs, Malware)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9. Sosyal Mühendislik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10. Güvenli Dijital Vatandaşlık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⏰ Süre: 2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🎯 Amaç: Dijital dünyada etik ve güvenli davranmak!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⚖️ Dijital Etik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Etik = Doğru ve yanlış davranışlar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Dijital Etik = Dijital dünyada doğru davranışlar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Dijital Etik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🤝 Saygı: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Başkalarına saygılı 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Kötü yorum yapma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Nefret söylemi kullanma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📝 Dürüstlük: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Yalan bilgi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Başkasının eserini çalma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Kaynak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🔒 Gizlilik: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Başkasının özel bilgilerini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İzinsiz fotoğraf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⚖️ Sorumluluk: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Paylaştıklarından sorumlusun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'İnternet'te dedim' mazeret değil!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Gerçek hayatta nasıl davranıyorsan, dijital dünyada da öyle davran!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👣 Dijital Ayak İzi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Dijital ayak izi = İnternet'te bıraktığın izler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Dijital Ayak İzi Örnekleri: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Sosyal medya paylaşımları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Yorum yaptığın siteler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Beğendiğin videolar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Arama geçmişin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Online oyunlardaki mesajların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İki Tür Dijital Ayak İzi: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Aktif (Bilinçli):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Sen paylaşıyorsun (fotoğraf, yorum)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Pasif (Otomatik):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Web siteleri kaydediyor (çerezler, IP)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⚠️ Tehlikeler: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Dijital ayak izin silinmez!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Gelecekte sana zarar verebilir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Üniversite, iş başvurusu yapınca bakabilirler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Paylaşmadan önce düşün: 'Bunu 10 yıl sonra görmek ister miyim?'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🔐 Gizlilik ve Mahremiyet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Gizlilik = Kişisel bilgilerini koruma hakkın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Kişisel Bilgiler (ASLA Paylaşma!):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Tam adın, soyadın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Doğum tarihin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Adresin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Telefon numaran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Okul adın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Fotoğraflarında konum bilgisi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Gizlilik Ayarları: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🔒 Sosyal Medya: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Hesabını 'gizli'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Sadece arkadaşların görsün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Konum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📱 Telefon/Tablet: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Kilit ekranı koy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Parmak izi/yüz tanıma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Unutma: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Kişisel bilgiler sana özeldir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Başkaları sormaya hakkı yoktur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'Bilmiyorum' deme hakkın var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🔑 Güçlü Şifre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Şifre = Dijital kapının anahtarı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Güçlü Şifre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📏 Uzunluk: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En az 8 karakter (12+ daha iyi)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🔤 Çeşitlilik: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Büyük harf: A, B, C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Küçük harf: a, b, c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Rakam: 1, 2, 3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Sembol: !, @, #, $, %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Örnek Güçlü Şifre: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K1rm1z1Elma!2024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Ben5Y@s1ndayim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❌ Zayıf Şifre Örnekleri (KULLANMA!):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12345678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adınsoyadın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dogumtarihin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sifre123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Şifre Oluşturma Yöntemi: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Cümle yap → İlk harflerini al → Rakam/sembol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'Benim 2 tane kedim var' → B2tkv! → B2tkv!2024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🔐 Şifre Güvenliği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Güçlü şifre oluşturdun, şimdi onu koru!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Şifre Güvenliği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❌ ASLA Paylaşma: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Arkadaşınla bile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Öğretmen asla şifreni sormaz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Telefonda/mesajda şifre gönderme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🔄 Farklı Şifreler Kullan: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Her hesap için farklı şifre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Bir şifre çalınırsa diğerleri güvende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📝 Şifreyi Kaydet: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Unutacaksan güvenli yere yaz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Ebeveynin bilsin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🔄 Düzenli Değiştir: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3-6 ayda bir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⚠️ Şüphe Duyarsan: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Hemen değiştir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Hesabını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Şifre = Ev anahtarın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Kimseye vermezsin, değil mi?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🎣 Phishing (Oltalama) Saldırıları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Phishing = Dijital dolandırıcılık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Seni kandırıp bilgilerini çalmaya çalışırlar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✅ Phishing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📧 E-posta Phishing: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'Hesabın kapatılacak, şifreni gir!' mesajları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'Hediye kazandın!' yalanları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💬 SMS Phishing (Smishing):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'Banka hesabın kilitlendi' SMS'i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📱 Sosyal Medya: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Sahte hesaplar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'Arkadaşından mesaj' gibi görünme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📌 Phishing Nasıl Anlaşılır?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Acele ettiriyor ('Hemen tıkla!')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Kişisel bilgi istiyor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E-posta adresi garip (goog1e.com gibi)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Yazım hataları çok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Link tıklandığında farklı site açılıyor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💡 Şüphe duyarsan: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Tıklama!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Ebeveynine göster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Direkt sil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🦠 Zararlı Yazılımlar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Zararlı yazılım = Bilgisayara/telefona zarar veren programlar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Zararlı Yazılım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🦠 Virüs: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Kendini kopyalar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Dosyalara bulaşır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Sistem yavaşlar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🐴 Truva Atı (Trojan):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Masum görünür (oyun, program)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Aslında zararlı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🔒 Fidye Yazılımı (Ransomware):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Dosyalarını kilitler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Para ister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🕵️ Casus Yazılım (Spyware):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Yaptıklarını izler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Bilgi çalar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Bulaşma Yolları: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Bilinmeyen sitelerdeki indirmeler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E-posta ekleri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Korsan programlar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USB bellekler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Korunma: Antivirüs programı kullan!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🛡️ Zararlı Yazılımlardan Korunma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Nasıl korunuruz?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Korunma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🛡️ Antivirüs Programı: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Windows Defender (yerleşik)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Avast, AVG, Kaspersky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Düzenli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🔄 Güncellemeleri Yap: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İşletim sistemini güncelle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Programları güncelle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Güvenlik yamaları önemli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⬇️ Dikkatli İndir: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Sadece güvenilir sitelerden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Korsan program kullanma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İndirmeden önce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📎 E-posta Ekleri: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Tanımadığın kişiden ek açma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Şüpheli ekleri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💾 Yedekleme Yap: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Önemli dosyaları yedekle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Cloud (bulut) veya USB'ye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En iyi koruma = Dikkatli olmak!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🎭 Sosyal Mühendislik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Sosyal mühendislik = İnsanları kandırma sanatı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Teknik değil, psikolojik saldırı!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Sosyal Mühendislik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📞 Telefon Dolandırıcılığı: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'Bankadan arıyorum' yalanı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'Kart bilgilerinizi söyleyin'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🎁 Sahte Hediye: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'Bedava telefon kazandın!'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'Bu anketi doldur, ödül kazan'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👤 Kimliğe Bürünme: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Arkadaşın gibi davranma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'Ben öğretmenim, şifreni ver'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😱 Korku: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'Hesabın kapatılacak!'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'Virüs var, hemen tıkla!'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Korunma: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Acele kararlar alma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Doğrula (arayıp sor)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Şüphe duy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'Hayır' deme hakkın var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İyi niyetli görünen kötü niyetli olabilir!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🌟 Güvenli Dijital Vatandaş Ol!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Dijital vatandaşlık = Dijital dünyada sorumlu davranmak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Güvenli Dijital Vatandaş: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🤝 Saygılı: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Başkalarına saygı göster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Zorbalık yapma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📝 Dürüst: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Telif haklarına uy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Doğru bilgi paylaş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🔒 Güvenli: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Kişisel bilgilerini koru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Güçlü şifre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📚 Bilinçli: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Eleştirel düşün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Doğrula, araştır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⚖️ Sorumlu: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Paylaştıklarından sorumlu 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Dengeli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Dijital Vatandaşlık Yemini: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'Ben dijital dünyada saygılı, dürüst, güvenli,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bilinçli ve sorumlu davranacağıma söz veriyorum!'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İmzala ve uygula!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📱 İki Faktörlü Doğrulama (2FA)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2FA = İki kademeli güvenlik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Adım 1: Şifre gir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Adım 2: Kod gir (SMS veya uygulama)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Örnek: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Gmail'e giriş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Şifreni gir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Telefonuna kod gelir (örn: 123456)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Kodu gir → Giriş başarılı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Neden Kullanmalısın?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Şifren çalınsa bile girişi engelliyor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Çok daha güvenli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Bildirim alırsın (biri girmeye çalışırsa)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2FA Nereden Açılır?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Google hesabı → Güvenlik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Instagram → Ayarlar → Güvenlik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Çoğu uygulamada 'Güvenlik' bölümünde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Mutlaka 2FA'yı aç!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Şifren = Kilit, 2FA = Alarm sistemi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Dijital etik ve dijital ayak 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Gizlilik ve mahremiyet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Kişisel veri güvenliği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Güçlü şifre oluşturma ve koruma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Phishing (oltalama) saldırıları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Zararlı yazılımlar ve korunma yöntemleri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Sosyal mühendislik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Güvenli dijital vatandaşlık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İki faktörlü doğrulama (2FA)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Dijital dünyada da gerçek hayat gibi etik,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güvenli ve sorumlu davranmalısın!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Artık güvenli bir dijital vatandaşsın!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🔐 Kendini ve başkalarını koru!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'Dijital Vatandaşlık' - MEB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'Güçlü Şifre Nasıl Oluşturulur?'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'Phishing Saldırıları' - Animasyon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'Siber Güvenlik İpuçları'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https://guvenliweb.org.tr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https://internetguvenlik.org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https://guvenliinternet.meb.gov.tr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'Siber Güvenlik Kahramanları'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'Şifre Gücü Test Oyunu'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📖 Aktiviteler: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Güçlü şifre yarışması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Phishing e-postası tanıma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Dijital vatandaşlık posteri hazırlama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Güvenli dijital dünyada buluşalım!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4'ü Tamamladınız - Güvenli Dijital Vatandaşsınız!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