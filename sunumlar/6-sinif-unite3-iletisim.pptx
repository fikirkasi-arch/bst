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64B4DC"/>
                </a:solidFill>
              </a:defRPr>
            </a:pPr>
            <a:r>
              <a:t>ÜNİTE 3: İLETİŞİM VE İŞBİRLİĞİ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6. Sınıf - 2 Hafta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64B4DC"/>
                </a:solidFill>
              </a:defRPr>
            </a:pPr>
            <a:r>
              <a:t>Profesyonel E-posta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E-posta yapısı</a:t>
            </a:r>
          </a:p>
          <a:p>
            <a:pPr>
              <a:defRPr sz="2000"/>
            </a:pPr>
            <a:r>
              <a:t>İş e-postası</a:t>
            </a:r>
          </a:p>
          <a:p>
            <a:pPr>
              <a:defRPr sz="2000"/>
            </a:pPr>
            <a:r>
              <a:t>Netiquette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64B4DC"/>
                </a:solidFill>
              </a:defRPr>
            </a:pPr>
            <a:r>
              <a:t>Bilgi Okuryazarlığı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Etkili arama</a:t>
            </a:r>
          </a:p>
          <a:p>
            <a:pPr>
              <a:defRPr sz="2000"/>
            </a:pPr>
            <a:r>
              <a:t>CRAAP testi</a:t>
            </a:r>
          </a:p>
          <a:p>
            <a:pPr>
              <a:defRPr sz="2000"/>
            </a:pPr>
            <a:r>
              <a:t>Atıf yapma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