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DC3232"/>
                </a:solidFill>
              </a:defRPr>
            </a:pPr>
            <a:r>
              <a:t>ÜNİTE 2: ETİK VE GÜVENLİK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6. Sınıf - 5 Hafta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3232"/>
                </a:solidFill>
              </a:defRPr>
            </a:pPr>
            <a:r>
              <a:t>Dijital Etik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Telif hakkı</a:t>
            </a:r>
          </a:p>
          <a:p>
            <a:pPr>
              <a:defRPr sz="2000"/>
            </a:pPr>
            <a:r>
              <a:t>Lisans türleri</a:t>
            </a:r>
          </a:p>
          <a:p>
            <a:pPr>
              <a:defRPr sz="2000"/>
            </a:pPr>
            <a:r>
              <a:t>Dijital ayak izi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3232"/>
                </a:solidFill>
              </a:defRPr>
            </a:pPr>
            <a:r>
              <a:t>KVKK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Kişisel veri</a:t>
            </a:r>
          </a:p>
          <a:p>
            <a:pPr>
              <a:defRPr sz="2000"/>
            </a:pPr>
            <a:r>
              <a:t>Haklar</a:t>
            </a:r>
          </a:p>
          <a:p>
            <a:pPr>
              <a:defRPr sz="2000"/>
            </a:pPr>
            <a:r>
              <a:t>Sorumluluklar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3232"/>
                </a:solidFill>
              </a:defRPr>
            </a:pPr>
            <a:r>
              <a:t>Siber Tehditler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Phishing</a:t>
            </a:r>
          </a:p>
          <a:p>
            <a:pPr>
              <a:defRPr sz="2000"/>
            </a:pPr>
            <a:r>
              <a:t>Virüs</a:t>
            </a:r>
          </a:p>
          <a:p>
            <a:pPr>
              <a:defRPr sz="2000"/>
            </a:pPr>
            <a:r>
              <a:t>Fidye yazılımı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3232"/>
                </a:solidFill>
              </a:defRPr>
            </a:pPr>
            <a:r>
              <a:t>Güvenlik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2FA</a:t>
            </a:r>
          </a:p>
          <a:p>
            <a:pPr>
              <a:defRPr sz="2000"/>
            </a:pPr>
            <a:r>
              <a:t>VPN</a:t>
            </a:r>
          </a:p>
          <a:p>
            <a:pPr>
              <a:defRPr sz="2000"/>
            </a:pPr>
            <a:r>
              <a:t>HTTPS</a:t>
            </a:r>
          </a:p>
          <a:p>
            <a:pPr>
              <a:defRPr sz="2000"/>
            </a:pPr>
            <a:r>
              <a:t>Güçlü şifre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