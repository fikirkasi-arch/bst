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Kapak görseli: İleri seviye teknoloji, kodlama, siber güvenlik temalı görsel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Ortaokul öğrencilerinin teknoloji projeleri üzerinde çalıştığı fotoğraf</a:t>
            </a:r>
          </a:p>
          <a:p/>
          <a:p>
            <a:r>
              <a:t>🎥 VİDEO LİNKİ: https://www.youtube.com/watch?v=QvyTEx1wyOY (Bilişim Teknolojileri - Geleceğin Meslekleri)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Dijital etik kuralları infografik - do's and don'ts</a:t>
            </a:r>
          </a:p>
          <a:p/>
          <a:p>
            <a:r>
              <a:t>🎥 VİDEO LİNKİ: https://www.youtube.com/watch?v=OoqXu-8kW0E (Dijital Vatandaşlık ve Etik)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lisans türüne örnek: Windows (ticari), VLC (açık kaynak), WinRAR (shareware)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KVKK logosu ve kişisel veri örnekleri görseli</a:t>
            </a:r>
          </a:p>
          <a:p/>
          <a:p>
            <a:r>
              <a:t>🎥 VİDEO LİNKİ: https://www.youtube.com/watch?v=mGZxN5p-Vf0 (KVKK Nedir? - Basit Anlatım)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KVKK hakları infografik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Her zararlı yazılım türü için ikon/simge görseli</a:t>
            </a:r>
          </a:p>
          <a:p/>
          <a:p>
            <a:r>
              <a:t>🎥 VİDEO LİNKİ: https://www.youtube.com/watch?v=SZIBCUwrfW4 (Zararlı Yazılımlar Nelerdir?)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Phishing e-posta örneği (sahte banka maili) ekran görüntüsü</a:t>
            </a:r>
          </a:p>
          <a:p/>
          <a:p>
            <a:r>
              <a:t>🎥 VİDEO LİNKİ: https://www.youtube.com/watch?v=Y4pvOaJWgCY (Phishing Saldırıları)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Şifre gücü göstergesi (zayıf/orta/güçlü) ekran görüntüsü</a:t>
            </a:r>
          </a:p>
          <a:p/>
          <a:p>
            <a:r>
              <a:t>🎥 VİDEO LİNKİ: https://www.youtube.com/watch?v=3NjQ9b3pgIg (Güçlü Şifre Nasıl Oluşturulur?)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2FA kod girme ekranı görseli</a:t>
            </a:r>
          </a:p>
          <a:p/>
          <a:p>
            <a:r>
              <a:t>🎥 VİDEO LİNKİ: https://www.youtube.com/watch?v=0mvCeNsTa1g (İki Faktörlü Doğrulama)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🎥 VİDEO LİNKİ:</a:t>
            </a:r>
          </a:p>
          <a:p>
            <a:r>
              <a:t>https://www.youtube.com/watch?v=inWWhr5tnEA (Siber Güvenlik - TED-Ed)</a:t>
            </a:r>
          </a:p>
          <a:p/>
          <a:p>
            <a:r>
              <a:t>Bu slayta video eklemek için:</a:t>
            </a:r>
          </a:p>
          <a:p>
            <a:r>
              <a:t>1. Slayta tıklayın</a:t>
            </a:r>
          </a:p>
          <a:p>
            <a:r>
              <a:t>2. Ekle &gt; Video &gt; Çevrimiçi Video</a:t>
            </a:r>
          </a:p>
          <a:p>
            <a:r>
              <a:t>3. Yukarıdaki linki yapıştırın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Profesyonel e-posta örneği ekran görüntüsü</a:t>
            </a:r>
          </a:p>
          <a:p/>
          <a:p>
            <a:r>
              <a:t>🎥 VİDEO LİNKİ: https://www.youtube.com/watch?v=8y3Ayb0UUYA (Profesyonel E-posta Yazma)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Good vs bad e-posta örnekleri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Google gelişmiş arama ekranı</a:t>
            </a:r>
          </a:p>
          <a:p/>
          <a:p>
            <a:r>
              <a:t>🎥 VİDEO LİNKİ: https://www.youtube.com/watch?v=erZ3IyBCXdY (Google Arama İpuçları)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CRAAP testi infografik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İyi ve kötü tasarım örnekleri karşılaştırması</a:t>
            </a:r>
          </a:p>
          <a:p/>
          <a:p>
            <a:r>
              <a:t>🎥 VİDEO LİNKİ: https://www.youtube.com/watch?v=a5KYlHNKQB8 (Grafik Tasarım İlkeleri)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Canva arayüzü ekran görüntüsü</a:t>
            </a:r>
          </a:p>
          <a:p/>
          <a:p>
            <a:r>
              <a:t>🎥 VİDEO LİNKİ: https://www.youtube.com/watch?v=sNOXpMx4CgQ (Canva Kullanımı - Türkçe)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Video düzenleme yazılımı arayüzü (Shotcut veya CapCut)</a:t>
            </a:r>
          </a:p>
          <a:p/>
          <a:p>
            <a:r>
              <a:t>🎥 VİDEO LİNKİ: https://www.youtube.com/watch?v=gdxJJhhKuL0 (CapCut Video Düzenleme)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Farklı animasyon türleri örnekleri</a:t>
            </a:r>
          </a:p>
          <a:p/>
          <a:p>
            <a:r>
              <a:t>🎥 VİDEO LİNKİ: https://www.youtube.com/watch?v=68RhH-Bv7pE (Animasyon Nasıl Yapılır?)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Audacity arayüzü ekran görüntüsü</a:t>
            </a:r>
          </a:p>
          <a:p/>
          <a:p>
            <a:r>
              <a:t>🎥 VİDEO LİNKİ: https://www.youtube.com/watch?v=xl-WDjWrTtk (Podcast Nasıl Yapılır?)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Google Sites arayüzü ve örnek site</a:t>
            </a:r>
          </a:p>
          <a:p/>
          <a:p>
            <a:r>
              <a:t>🎥 VİDEO LİNKİ: https://www.youtube.com/watch?v=gatr1T6aV8k (Google Sites Web Sitesi Yapımı)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🎥 VİDEO LİNKİ:</a:t>
            </a:r>
          </a:p>
          <a:p>
            <a:r>
              <a:t>https://www.youtube.com/watch?v=TNzuXICo8w8 (Dijital İçerik Üretimi)</a:t>
            </a:r>
          </a:p>
          <a:p/>
          <a:p>
            <a:r>
              <a:t>Bu slayta video eklemek için:</a:t>
            </a:r>
          </a:p>
          <a:p>
            <a:r>
              <a:t>1. Slayta tıklayın</a:t>
            </a:r>
          </a:p>
          <a:p>
            <a:r>
              <a:t>2. Ekle &gt; Video &gt; Çevrimiçi Video</a:t>
            </a:r>
          </a:p>
          <a:p>
            <a:r>
              <a:t>3. Yukarıdaki linki yapıştırın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Problem çözme döngüsü (cycle) diyagramı</a:t>
            </a:r>
          </a:p>
          <a:p/>
          <a:p>
            <a:r>
              <a:t>🎥 VİDEO LİNKİ: https://www.youtube.com/watch?v=azcrPFhaY9k (Problem Çözme Stratejileri)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İleri seviye Scratch proje örnekleri</a:t>
            </a:r>
          </a:p>
          <a:p/>
          <a:p>
            <a:r>
              <a:t>🎥 VİDEO LİNKİ: https://www.youtube.com/watch?v=SukEkaNSf_k (Scratch İleri Seviye)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Python logosu ve kod örneği</a:t>
            </a:r>
          </a:p>
          <a:p/>
          <a:p>
            <a:r>
              <a:t>🎥 VİDEO LİNKİ: https://www.youtube.com/watch?v=rfscVS0vtbw (Python Programlama - Giriş)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Scratch ve Python kod karşılaştırması ekran görüntüsü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Öğrenci projesi örnekleri fotoğrafları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📝 GÖRSEL ÖNERİSİ: Teknoloji kariyerleri infografik</a:t>
            </a:r>
          </a:p>
          <a:p/>
          <a:p>
            <a:r>
              <a:t>🎥 VİDEO LİNKİ: https://www.youtube.com/watch?v=nKIu9yen5nc (Geleceğin Meslekleri - TED)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764BA2"/>
                </a:solidFill>
              </a:defRPr>
            </a:pPr>
            <a:r>
              <a:t>6. SINIF BİLİŞİM TEKNOLOJİLERİ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646464"/>
                </a:solidFill>
              </a:defRPr>
            </a:pPr>
            <a:r>
              <a:t>Tam Yıl Sunumu (40 Hafta)</a:t>
            </a:r>
          </a:p>
          <a:p>
            <a:r>
              <a:t>2025-2026 Eğitim Yılı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🎯 6. Sınıfa Hoş Geldiniz!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İleri Seviye Bilişim Teknolojileri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Bu yıl neler öğreneceğiz?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🛡️ Dijital güvenlik uzmanı ol!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🎬 Video ve animasyon yap!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Web sitesi oluştur!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💻 İleri seviye programlama!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🤖 Yapay zeka projeleri!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32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2: Etik ve Güvenlik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5: Dijital Etik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🤝 Dijital Etik Kuralları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1. Saygılı dil kullan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2. Başkasının eserini çalma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3. Gizliliğe saygı göster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4. Spam yapma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5. Sorumluluğunu al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Telif Hakkı: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Yaratıcının eseri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koruma hakkı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Yazılım Lisans Türleri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Lisans</a:t>
                      </a:r>
                    </a:p>
                  </a:txBody>
                  <a:tcPr>
                    <a:solidFill>
                      <a:srgbClr val="764B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Ücret</a:t>
                      </a:r>
                    </a:p>
                  </a:txBody>
                  <a:tcPr>
                    <a:solidFill>
                      <a:srgbClr val="764B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Kaynak Kodu</a:t>
                      </a:r>
                    </a:p>
                  </a:txBody>
                  <a:tcPr>
                    <a:solidFill>
                      <a:srgbClr val="764B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Değiştirme</a:t>
                      </a:r>
                    </a:p>
                  </a:txBody>
                  <a:tcPr>
                    <a:solidFill>
                      <a:srgbClr val="764BA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Ticari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Evet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Kapalı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Hayır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Freeware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Hayır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Kapalı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Hayır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Açık Kaynak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Hayır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Açık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Evet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Shareware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Deneme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Kapalı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Hayır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6: KVKK ve Gizlilik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🔐 Kişisel Veri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Sizi tanımlayan bilgi: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TC Kimlik No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İsim, adres, telefon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E-posta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Fotoğraf, video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Sağlık bilgileri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KVKK (2016):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Kişisel Verilerin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Korunması Kanunu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KVKK Hakları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Vatandaş olarak haklarınız: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Verilerimi öğrenme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Düzeltme isteme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Silme (unutulma hakkı)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İtiraz etme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Taşınabilirlik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Şirketler: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❌ İzinsiz veri toplayamaz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❌ Satamaz, paylaşamaz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7: Siber Tehditler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🦠 Zararlı Yazılım Türleri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1. VİRÜS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Kendini kopyalar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2. TRUVA ATI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Zararlı ama yararlı gibi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3. FİDYE YAZILIMI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Dosyaları şifreler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4. CASUS YAZILIM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Seni izler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Phishing (Kimlik Avı)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🎣 Phishing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Sahte mesajla bilgi çalma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Nasıl Anlaşılır?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⚠️ Yazım hataları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⚠️ ACİL! HEMEN!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⚠️ Şüpheli link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⚠️ Hediye/para vaadi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⚠️ Bilinmeyen gönderici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NE YAPILMALI?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❌ Tıklama!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✅ Sil ve bildir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8: Şifre Güvenliği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🔒 Güçlü Şifre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Kurallar: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✅ En az 12 karakter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✅ Büyük harf (A-Z)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✅ Küçük harf (a-z)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✅ Rakam (0-9)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✅ Sembol (!@#$%)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✅ Her site için farklı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❌ KULLANMAYIN: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123456, qwerty,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adınız, doğum tarihi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İki Faktörlü Doğrulama (2FA)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🔐 2FA Nedir?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Çift katman güvenlik: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1. Şifrenizi girin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2. Telefonunuza kod gelir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3. Kodu girin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Avantajlar: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%99.9 daha güvenli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Şifre çalınsa bile güvenli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Kullanım: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Google, Instagram, WhatsApp...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764BA2"/>
                </a:solidFill>
              </a:defRPr>
            </a:pPr>
            <a:r>
              <a:t>🎬 Video: Siber Güvenlik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▶️</a:t>
            </a:r>
          </a:p>
          <a:p>
            <a:pPr algn="ctr">
              <a:defRPr sz="4800">
                <a:solidFill>
                  <a:srgbClr val="FFFFFF"/>
                </a:solidFill>
              </a:defRPr>
            </a:pPr>
          </a:p>
          <a:p>
            <a:pPr algn="ctr">
              <a:defRPr sz="4800">
                <a:solidFill>
                  <a:srgbClr val="FFFFFF"/>
                </a:solidFill>
              </a:defRPr>
            </a:pPr>
            <a:r>
              <a:t>VİDEO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Güvenli internet kullanımı ve tehditlere karşı korunma yöntemleri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B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3: İletişim ve İşbirliği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11: Profesyonel E-posta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📧 E-posta Yapısı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Konu: [Açık ve öz]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Sayın [Alıcı],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[Giriş - Kim?]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[Ana mesaj - Ne?]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[Kapanış - İstek]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Saygılarımla,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[İsminiz]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Netiquette (İnternet Görgüsü)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Dijital İletişim Kuralları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YAPILMASI GEREKENLER: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Kısa ve öz yaz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Yazım kurallarına dikkat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Saygılı ol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Emoji kullan (ama az)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❌ YAPILMAMASI GEREKENLER: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BÜYÜK HARF (bağırmak gibi)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Spam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Hakaret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12: Bilgi Okuryazarlığı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🔍 Etkili Araştırma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Gelişmiş Arama: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"tam ifade"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Tırnak içinde ara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-kelime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Hariç tut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site:edu.tr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Sadece .edu sitelerinde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CRAAP Testi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📊 Kaynak Güvenilirliği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C - Currency: Güncel mi?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R - Relevance: İlgili mi?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A - Authority: Yazar uzman mı?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A - Accuracy: Doğru mu?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P - Purpose: Amacı ne?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Güvenilir Kaynaklar: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.gov.tr, .edu.tr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Bilimsel dergiler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Üniversite siteleri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6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4: Ürün Oluşturma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13: Grafik Tasarım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🎨 Tasarım İlkeleri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1. DENGE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Dengeli dağılım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2. HİYERARŞİ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Önemli → Büyük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3. KONTRAST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Zıt renkler dikkat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4. BOŞLUK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Kalabalık olmasın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Canva ile Tasarım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🎨 Canva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Web tabanlı tasarım aracı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Ücretsiz!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Kolay kullanım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Ne yapılabilir: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Poster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Logo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Sosyal medya görseli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Sunum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Sertifika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15: Video Düzenleme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🎥 Video Editing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Yazılımlar: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Shotcut (PC - ücretsiz)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CapCut (Mobil/PC)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Windows Video Editor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Temel İşlemler: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✂️ Kırpma (Trim)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🔗 Birleştirme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🌟 Geçişler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🎵 Müzik ekleme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📝 Altyazı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16: Animasyon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🎞️ Animasyon Türleri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1. 2D Animasyon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Scratch, Animate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2. 3D Animasyon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Blender (ücretsiz)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3. Stop Motion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Fotoğraflarla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FPS: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24 fps → Sinema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30 fps → TV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17: Podcast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🎙️ Podcast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Ses tabanlı yayın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Eğitim, hikaye, röportaj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Audacity (Ücretsiz):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Ses kaydı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Düzenleme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Gürültü giderme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Müzik ekleme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Dışa aktarma (MP3)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18: Web Sitesi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🌐 Google Sites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Web: sites.google.com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Ücretsiz, kolay!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Sayfalar: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1. Ana Sayfa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2. Hakkımda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3. İçerik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4. İletişim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Özellikler: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Sürükle-bırak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Resim, video ekleme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764BA2"/>
                </a:solidFill>
              </a:defRPr>
            </a:pPr>
            <a:r>
              <a:t>🎬 Video: Dijital İçerik Üretimi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▶️</a:t>
            </a:r>
          </a:p>
          <a:p>
            <a:pPr algn="ctr">
              <a:defRPr sz="4800">
                <a:solidFill>
                  <a:srgbClr val="FFFFFF"/>
                </a:solidFill>
              </a:defRPr>
            </a:pPr>
          </a:p>
          <a:p>
            <a:pPr algn="ctr">
              <a:defRPr sz="4800">
                <a:solidFill>
                  <a:srgbClr val="FFFFFF"/>
                </a:solidFill>
              </a:defRPr>
            </a:pPr>
            <a:r>
              <a:t>VİDEO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Grafik tasarım, video, animasyon, podcast ve web tasarımı özeti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9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ÜNİTE 5: Problem Çözme ve Programlama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20: Problem Çözme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🧩 Problem Çözme Adımları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1. ANLA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Problem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2. PLANLA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Çözüm yolu bul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3. UYGULA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Çözümü yap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4. KONTROL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   Doğru mu?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21-25: İleri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💻 Scratch İleri Seviye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Konular: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Karmaşık oyunlar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Fizik simülasyonu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Yapay zeka AI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Multiplayer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3D efektler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Klon sistemi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Liste yönetimi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26: Python Giriş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🐍 Python Nedir?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Profesyonel dil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Öğrenmesi kolay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Çok güçlü!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Kullanım Alanları: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Yapay zeka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Web geliştirme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Oyun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• Veri bilimi</a:t>
            </a: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2000">
                <a:solidFill>
                  <a:srgbClr val="323232"/>
                </a:solidFill>
              </a:defRPr>
            </a:pPr>
            <a:r>
              <a:t>print("Merhaba!")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657600" cy="5029200"/>
          </a:xfrm>
          <a:prstGeom prst="roundRect">
            <a:avLst/>
          </a:prstGeom>
          <a:solidFill>
            <a:srgbClr val="F0E6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9664B4"/>
                </a:solidFill>
              </a:defRPr>
            </a:pPr>
            <a:r>
              <a:t>📷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GÖRSEL</a:t>
            </a:r>
          </a:p>
          <a:p>
            <a:pPr algn="ctr">
              <a:defRPr sz="2400">
                <a:solidFill>
                  <a:srgbClr val="9664B4"/>
                </a:solidFill>
              </a:defRPr>
            </a:pPr>
            <a:r>
              <a:t>EKLENECEK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Scratch vs Python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096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Özellik</a:t>
                      </a:r>
                    </a:p>
                  </a:txBody>
                  <a:tcPr>
                    <a:solidFill>
                      <a:srgbClr val="764B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Scratch</a:t>
                      </a:r>
                    </a:p>
                  </a:txBody>
                  <a:tcPr>
                    <a:solidFill>
                      <a:srgbClr val="764B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764BA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Görünüm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Bloklar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Kod yazma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Zorluk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Kolay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Orta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Hedef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Çocuklar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Profesyoneller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Esneklik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Sınırlı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Çok esnek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Gerçek Dünya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Eğitim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İş hayatı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Hafta 35-39: Final Projesi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🚀 Büyük Proje Zamanı!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Kendi projenizi yapın: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Oyun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Uygulama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Simülasyon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• Web sitesi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Gereksinimler: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Tüm öğrendiklerinizi kullan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Yaratıcı ol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Kullanışlı olsun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Sunum hazırla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🎉 Tebrikler!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Bu Yıl Öğrendikleriniz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Dijital Etik ve KVKK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Siber Güvenlik (Phishing, 2FA)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Bilgi Okuryazarlığı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Grafik Tasarım (Canva)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Video Düzenleme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Animasyon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Podcast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Web Sitesi (Google Sites)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İleri Programlama (Python)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✅ Proje Geliştirme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🏆 Artık Bir Bilişim Uzmanısınız!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6. Sınıf Sertifikanız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Gelecek: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7. Sınıf → Robotik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8. Sınıf → Mobil Uygulama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Kariyer Yolları: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💻 Yazılım Geliştirici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🎨 Grafik Tasarımcı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🎮 Oyun Geliştiricisi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🛡️ Siber Güvenlik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🤖 AI Mühendisi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64BA2"/>
                </a:solidFill>
              </a:defRPr>
            </a:pPr>
            <a:r>
              <a:t>📚 Kaynaklar ve Öneriler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Scratch: scratch.mit.edu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Python: python.org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Code.org: code.org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Canva: canva.com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🌐 Khan Academy: tr.khanacademy.org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📺 YouTube: Teknoloji kanalları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Öğrenmeye devam edin!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Projeler yapın!</a:t>
            </a:r>
          </a:p>
          <a:p>
            <a:pPr>
              <a:spcBef>
                <a:spcPts val="600"/>
              </a:spcBef>
              <a:defRPr sz="2400">
                <a:solidFill>
                  <a:srgbClr val="323232"/>
                </a:solidFill>
              </a:defRPr>
            </a:pPr>
            <a:r>
              <a:t>Paylaşın! 🚀🌟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