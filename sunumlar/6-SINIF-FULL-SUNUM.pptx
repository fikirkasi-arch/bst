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5400" b="1">
                <a:solidFill>
                  <a:srgbClr val="764BA2"/>
                </a:solidFill>
              </a:defRPr>
            </a:pPr>
            <a:r>
              <a:t>6. SINIF BİLİŞİM TEKNOLOJİLERİ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3200">
                <a:solidFill>
                  <a:srgbClr val="646464"/>
                </a:solidFill>
              </a:defRPr>
            </a:pPr>
            <a:r>
              <a:t>Tam Yıl Sunumu (40 Hafta)</a:t>
            </a:r>
          </a:p>
          <a:p>
            <a:r>
              <a:t>2025-2026 Eğitim Yılı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🎯 Hoş Geldiniz!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6. Sınıf Bilişim Teknolojileri Dersine Hoş Geldiniz!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Bu yıl neler öğreneceğiz?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🛡️ Dijital güvenlik uzmanı ol!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🎬 Video ve animasyon yap!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🌐 Web sitesi oluştur!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💻 İleri seviye programlama!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64B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📚 ÜNİTE 1: Bilişim Teknolojileri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Hafta 1-2: Donanım ve Yazılım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💻 Temel Kavramlar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Donanım: Fiziksel parçalar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Yazılım: Programlar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İşletim Sistemi: Bilgisayarı yöneten yazılım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Yeni Teknolojiler: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SSD (Hızlı disk)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Cloud (Bulut depolama)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AI (Yapay zeka entegrasyonu)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32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📚 ÜNİTE 2: Etik ve Güvenlik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Hafta 5: Dijital Etik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🤝 Etik Kuralları: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1. Saygılı dil kullan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2. Başkasının eserini çalma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3. Gizliliğe saygı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4. Spam yapma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5. Sorumluluk al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Telif Hakkı: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Yaratıcının eseri koruma hakkı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Müzik, video, yazılım...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Lisans Türleri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71600" y="1828800"/>
          <a:ext cx="6400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600200"/>
                <a:gridCol w="1600200"/>
                <a:gridCol w="1600200"/>
              </a:tblGrid>
              <a:tr h="914400"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Lisans</a:t>
                      </a:r>
                    </a:p>
                  </a:txBody>
                  <a:tcPr>
                    <a:solidFill>
                      <a:srgbClr val="764BA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Ücret</a:t>
                      </a:r>
                    </a:p>
                  </a:txBody>
                  <a:tcPr>
                    <a:solidFill>
                      <a:srgbClr val="764BA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Kaynak Kodu</a:t>
                      </a:r>
                    </a:p>
                  </a:txBody>
                  <a:tcPr>
                    <a:solidFill>
                      <a:srgbClr val="764BA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Değiştirme</a:t>
                      </a:r>
                    </a:p>
                  </a:txBody>
                  <a:tcPr>
                    <a:solidFill>
                      <a:srgbClr val="764BA2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Ticari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Evet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Kapalı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Hayır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Freeware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Hayır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Kapalı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Hayır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Açık Kaynak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Hayır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Açık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Evet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Hafta 6: Kişisel Veri ve Gizlilik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🔐 Kişisel Veri Nedir?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Sizi tanımlayan her bilgi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İsim, TC, telefon, e-posta, fotoğraf...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KVKK (2016):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Kişisel Verilerin Korunması Kanunu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Haklarınız: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Verilerini öğrenme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Düzeltme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Silme (Unutulma hakkı)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Hafta 7: Siber Tehditler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🦠 Zararlı Yazılımlar: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1. Virüs: Kendini kopyalar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2. Truva Atı: Zararlı ama yararlı gibi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3. Fidye Yazılımı: Dosyaları şifreler, para ister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4. Casus Yazılım: Seni izler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Phishing (Kimlik Avı)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🎣 Phishing Nedir?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Sahte mesajla bilgi çalma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Nasıl Anlaşılır?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✉️ Yazım hataları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⚠️ ACİL! HEMEN!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🔗 Şüpheli link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💰 Hediye/para vaadi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ASLA tıklama! Sil!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Hafta 8: Güvenli İnternet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🔒 Güçlü Şifre Kuralları: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En az 12 karakter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Büyük/küçük harf + sayı + sembol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Her site için FARKLI şifre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İki Faktörlü Doğrulama (2FA):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Şifre + Telefon kodu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%99.9 daha güvenli!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HTTPS ve VPN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🔐 HTTPS: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Güvenli web sitesi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Kilit simgesi 🔒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Bilgileriniz şifrelenir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🛡️ VPN: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İnterneti şifreler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Özellikle açık WiFi'da kullan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4B4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📚 ÜNİTE 3: İletişim ve İşbirliği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Hafta 11: E-posta ve İletişim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📧 Profesyonel E-posta Yapısı: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Konu: [Açık ve öz]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Sayın [Alıcı],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[Giriş]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[Ana mesaj]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[Kapanış]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Saygılarımla, [İsim]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Netiquette (İnternet Görgüsü)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Kurallar: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❌ BÜYÜK HARF KULLANMA (bağırmak gibi)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✅ Kısa ve öz yaz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✅ Yazım kurallarına dikkat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✅ Saygılı ol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❌ Spam yapma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Hafta 12: Araştırma ve Bilgi Okuryazarlığı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🔍 Etkili Araştırma: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Gelişmiş Arama: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"tam ifade" → Tırnak içinde ara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-kelime → Hariç tut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site:edu.tr → Sadece .edu.tr sitelerinde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CRAAP Testi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Currency: Güncel mi?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Relevance: İlgili mi?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Authority: Yazar uzman mı?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Accuracy: Doğru mu?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Purpose: Amacı ne?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Güvenilir Kaynaklar: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.gov.tr, .edu.tr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Üniversite siteleri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Bilimsel dergiler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Atıf (Kaynak Gösterme)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Neden Gerekli?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Dürüstlük (intihal değil)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Saygı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Güvenilirlik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Format: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Yazar Adı, "Başlık", Site, Tarih, URL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❌ Kopyala-yapıştır YAPMA!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✅ Kendi cümlelerinle yaz + kaynak göster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464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📚 ÜNİTE 4: Ürün Oluşturma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Hafta 13: Grafik Tasarım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🎨 Tasarım İlkeleri: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1. Denge: Dengeli dağılım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2. Hiyerarşi: Önemli büyük olmalı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3. Kontrast: Zıt renkler dikkat çeker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4. Boşluk: Kalabalık olmasın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Canva: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Web: canva.com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Ücretsiz!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Şablonlar, görseller, fontlar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Hafta 14: Çoklu Ortam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🎬 Multimedia Bileşenleri: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Metin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Görsel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Ses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Video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Animasyon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PowerPoint İleri: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Animasyonlar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Geçiş efektleri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Ses/video ekleme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Etkileşim (butonlar, linkler)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Hafta 15: Video Düzenleme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🎥 Video Editing Yazılımları: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Shotcut (PC - ücretsiz)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CapCut (Mobil/PC)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Windows Video Editor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Temel İşlemler: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Kırpma (Trim)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Birleştirme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Geçişler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Müzik ekleme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Hafta 16: Animasyon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🎞️ Animasyon Türleri: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1. 2D Animasyon: Scratch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2. 3D Animasyon: Blender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3. Stop Motion: Fotoğraflarla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FPS (Frame Per Second):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24 fps → Sinema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30 fps → TV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60 fps → Oyunlar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Hafta 17: Podcast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🎙️ Podcast Nedir?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Ses tabanlı yayın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Eğitim, hikaye, röportaj...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Audacity (Ücretsiz):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Ses kaydı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Düzenleme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Gürültü giderme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Müzik ekleme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Hafta 18: Web Sitesi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🌐 Google Sites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Web: sites.google.com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Sayfalar: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1. Ana Sayfa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2. Hakkımda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3. İçerik sayfaları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4. İletişim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Özellikler: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Sürükle-bırak (kolay!)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Resim, video ekleme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Yayınlama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Hafta 19: Ünite Değerlendirme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🎨 Dijital Portfolyo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Tüm çalışmalarınızı sergileyin: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Grafik tasarımlar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Videolar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Animasyonlar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Podcast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Web sitesi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Artık bir Dijital İçerik Üreticisisiniz!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9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📚 ÜNİTE 5: Problem Çözme ve Programlama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Hafta 20: Problem Çözme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🧩 Problem Çözme Adımları: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1. Anla: Problemi anla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2. Planla: Çözüm yolu bul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3. Uygula: Çözümü yap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4. Kontrol: Doğru mu?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Algoritmik Düşünme: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Adım adım düşünme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Mantıksal sıralama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Hafta 21-25: Scratch İleri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💻 İleri Scratch Konuları: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Karmaşık oyunlar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Fizik simülasyonu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Yapay zeka entegrasyonu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Multiplayer oyunlar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3D efektler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Hafta 26-30: Python Giriş (Opsiyonel)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🐍 Python Nedir?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Profesyonel programlama dili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Öğrenmesi kolay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AI, web, oyun, veri bilimi...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İlk Program: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print("Merhaba Dünya!")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Python vs Scratch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71600" y="1828800"/>
          <a:ext cx="6400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200400"/>
              </a:tblGrid>
              <a:tr h="731520"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Scratch</a:t>
                      </a:r>
                    </a:p>
                  </a:txBody>
                  <a:tcPr>
                    <a:solidFill>
                      <a:srgbClr val="764BA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Python</a:t>
                      </a:r>
                    </a:p>
                  </a:txBody>
                  <a:tcPr>
                    <a:solidFill>
                      <a:srgbClr val="764BA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Bloklar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Kod yazma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Görsel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Metin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Başlangıç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İleri seviye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Çocuklar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Profesyoneller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Hafta 31-35: İleri Projeler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🎮 Büyük Projeler: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1. Platform Oyunu: Gelişmiş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2. Quiz Sistemi: Veritabanı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3. Simülasyon: Fizik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4. AI Oyunu: Akıllı düşman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5. Sosyal Ağ: Mini uygulama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Hafta 36-39: Final Projesi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🚀 Final Projesi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Kendi projenizi yapın!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Gereksinimler: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Tüm öğrenilenleri kullan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Yaratıcı ol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Kullanışlı olsun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Sunum hazırla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64BA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🎉 Tebrikler!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Bu Yıl Öğrendikleriniz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✅ Dijital Etik ve KVKK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✅ Siber Güvenlik (Phishing, 2FA, VPN)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✅ Bilgi Okuryazarlığı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✅ Grafik Tasarım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✅ Video Düzenleme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✅ Animasyon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✅ Podcast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✅ Web Sitesi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✅ İleri Programlama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🏆 Sertifika Zamanı!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Artık bir Bilişim Uzmanısınız!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Gelecek: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7. Sınıfta robotik kodlama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Mobil uygulama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3D modelleme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Veri bilimi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💼 Gelecek Kariyerler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Bilişim sektöründe: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Yazılım Geliştirici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Web Tasarımcı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Oyun Geliştiricisi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Siber Güvenlik Uzmanı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Veri Bilimci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AI Mühendisi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YouTuber / İçerik Üreticisi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📚 KAYNAKLAR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Scratch: scratch.mit.edu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Code.org: code.org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Python: python.org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Canva: canva.com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Google Sites: sites.google.com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Khan Academy: tr.khanacademy.org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🎓 Son Söz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"Öğrendiklerinizi paylaşın,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başkalarına öğretin,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projeler yapın!"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Dijital dünyada bir iz bırakın!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Başarılar! 💪💻🌟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