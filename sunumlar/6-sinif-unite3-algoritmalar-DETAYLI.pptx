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6. SINIF - ÜNİTE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Algoritmalar ve Problem Çözme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1. Algoritma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2. Algoritma Örnekleri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3. Akış Diyagramları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4. Akış Diyagramı Sembolleri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5. Sıralı Algoritmalar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6. Seçimli Algoritmalar (If-Else)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7. Döngülü Algoritmalar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8. Problem Çözme Basamakları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9. Algoritma Tasarımı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10. Algoritma Analizi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⏰ Süre: 3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Amaç: Problem çözme becerisi kazanmak!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🧩 Algoritma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Algoritma = Bir problemi çözme adımları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Algoritma Özellikleri: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Adımları var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Sıralı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Sonlu (biter)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Her adım net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📌 Günlük Hayattan Örnek: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🍞 Çay Yapma Algoritması: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1. Çaydanlığı al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2. Su doldur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3. Ocağa koy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4. Yak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5. Kaynayana kadar bekle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6. Çayı demlendirme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Her tarifin bir algoritması vardır!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Bilgisayar programları da algoritma ile çalışır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📊 Akış Diyagramı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Akış diyagramı = Algoritmanın görsel hali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✅ Temel Semboller: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⭕ Oval: Başla/Bitir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▭ Dikdörtgen: İşlem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◇ Baklava: Karar (If)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⬜ Paralelkenar: Girdi/Çıktı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→ Ok: Akış yönü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📌 Örnek: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[Başla]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↓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[Sayı Gir]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↓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[Sayı&gt;0?]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  ↙    ↘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[Pozitif][Negatif]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↓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[Bitir]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💡 Akış diyagramı kod yazmadan önce kullanılır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🔀 Seçimli Yapılar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Karar verme yapıları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✅ If (Eğer):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• Koşul doğruysa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✅ If-Else (Değilse):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• Doğruysa A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• Yanlışsa B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📌 Örnek: Sınav Geçme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Eğer not &gt;= 50 ise: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Geçti yaz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Değilse: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Kaldı yaz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💡 Günlük Hayat: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Eğer yağmur yağıyorsa: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Şemsiye al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Değilse: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Şemsiye alma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🎯 Her karar bir seçimli yapıdır!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🔁 Döngüler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Tekrar yapıları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Döngü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🔢 For Döngüsü: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Belirli sayıda tekrar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Örnek: 10 kez yaz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❓ While Döngüsü: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Koşul sağlanana kadar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Örnek: Not 50'den büyük olana kadar sor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📌 Örnek: 1'den 10'a Kadar Say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Sayaç = 1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1'den 10'a kadar tekrarla: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Sayacı yaz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Sayacı 1 arttır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Döngüler tekrarlı işler için kullanılır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⚠️ Sonsuz döngü = Hiç bitmeyen döngü (hata!)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🎯 Problem Çözme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Problemi nasıl çözeriz?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Problem Çözme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1️⃣ Problemi Anla: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Ne isteniyor?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Girdi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Çıktı nedir?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2️⃣ Plan Yap: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Algoritma tasarla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Akış diyagramı çiz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3️⃣ Uygula: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Kodu yaz / adımları takip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4️⃣ Test 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Doğru çalışıyor mu?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Farklı değerler dene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5️⃣ İyileştir: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Daha hızlı yapılabilir mi?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Daha basit olabilir mi?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Bu adımlar her problem için geçerli!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Algoritma kavramı ve önemi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Günlük hayattan algoritma örnekleri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Akış diyagramları ve sembolleri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Sıralı, seçimli, döngülü yapılar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Problem çözme basamakları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Algoritma tasarımı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Her problem adım adım çözülebilir!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Algoritma düşüncesi hayatın her alanında işe yarar.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Artık algoritmik düşünebilirsin!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