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9632"/>
                </a:solidFill>
              </a:defRPr>
            </a:pPr>
            <a:r>
              <a:t>ÜNİTE 5: PROBLEM ÇÖZME VE PROGRAMLAMA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6. Sınıf - 21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Problem Çözme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Anla-Planla-Uygula-Kontrol</a:t>
            </a:r>
          </a:p>
          <a:p>
            <a:pPr>
              <a:defRPr sz="2000"/>
            </a:pPr>
            <a:r>
              <a:t>Algoritmik düşünme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İleri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Karmaşık projeler</a:t>
            </a:r>
          </a:p>
          <a:p>
            <a:pPr>
              <a:defRPr sz="2000"/>
            </a:pPr>
            <a:r>
              <a:t>Fizik simülasyonu</a:t>
            </a:r>
          </a:p>
          <a:p>
            <a:pPr>
              <a:defRPr sz="2000"/>
            </a:pPr>
            <a: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Python Giriş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Python nedir?</a:t>
            </a:r>
          </a:p>
          <a:p>
            <a:pPr>
              <a:defRPr sz="2000"/>
            </a:pPr>
            <a:r>
              <a:t>print() komutu</a:t>
            </a:r>
          </a:p>
          <a:p>
            <a:pPr>
              <a:defRPr sz="2000"/>
            </a:pPr>
            <a:r>
              <a:t>Değişkenler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Projeler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Oyun geliştirme</a:t>
            </a:r>
          </a:p>
          <a:p>
            <a:pPr>
              <a:defRPr sz="2000"/>
            </a:pPr>
            <a:r>
              <a:t>Simülasyonlar</a:t>
            </a:r>
          </a:p>
          <a:p>
            <a:pPr>
              <a:defRPr sz="2000"/>
            </a:pPr>
            <a:r>
              <a:t>Final projesi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