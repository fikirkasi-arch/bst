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Kelime İşlemci Programları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öğreneceğiz?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1. Ofis Programları Nedir?</a:t>
            </a:r>
          </a:p>
          <a:p>
            <a:pPr>
              <a:spcAft>
                <a:spcPts val="1000"/>
              </a:spcAft>
              <a:defRPr sz="1900"/>
            </a:pPr>
            <a:r>
              <a:t>✅ 2. Kelime İşlemci (Word)</a:t>
            </a:r>
          </a:p>
          <a:p>
            <a:pPr>
              <a:spcAft>
                <a:spcPts val="1000"/>
              </a:spcAft>
              <a:defRPr sz="1900"/>
            </a:pPr>
            <a:r>
              <a:t>✅ 3. Metin Biçimlendirme</a:t>
            </a:r>
          </a:p>
          <a:p>
            <a:pPr>
              <a:spcAft>
                <a:spcPts val="1000"/>
              </a:spcAft>
              <a:defRPr sz="1900"/>
            </a:pPr>
            <a:r>
              <a:t>✅ 4. Paragraf Ayarları</a:t>
            </a:r>
          </a:p>
          <a:p>
            <a:pPr>
              <a:spcAft>
                <a:spcPts val="1000"/>
              </a:spcAft>
              <a:defRPr sz="1900"/>
            </a:pPr>
            <a:r>
              <a:t>✅ 5. Görsel Ekleme</a:t>
            </a:r>
          </a:p>
          <a:p>
            <a:pPr>
              <a:spcAft>
                <a:spcPts val="1000"/>
              </a:spcAft>
              <a:defRPr sz="1900"/>
            </a:pPr>
            <a:r>
              <a:t>✅ 6. Tablo Oluşturma</a:t>
            </a:r>
          </a:p>
          <a:p>
            <a:pPr>
              <a:spcAft>
                <a:spcPts val="1000"/>
              </a:spcAft>
              <a:defRPr sz="1900"/>
            </a:pPr>
            <a:r>
              <a:t>✅ 7. Sayfa Düzeni</a:t>
            </a:r>
          </a:p>
          <a:p>
            <a:pPr>
              <a:spcAft>
                <a:spcPts val="1000"/>
              </a:spcAft>
              <a:defRPr sz="1900"/>
            </a:pPr>
            <a:r>
              <a:t>✅ 8. Yazım Denetimi</a:t>
            </a:r>
          </a:p>
          <a:p>
            <a:pPr>
              <a:spcAft>
                <a:spcPts val="1000"/>
              </a:spcAft>
              <a:defRPr sz="1900"/>
            </a:pPr>
            <a:r>
              <a:t>✅ 9. Yazdırma ve PDF</a:t>
            </a:r>
          </a:p>
          <a:p>
            <a:pPr>
              <a:spcAft>
                <a:spcPts val="1000"/>
              </a:spcAft>
              <a:defRPr sz="1900"/>
            </a:pPr>
            <a:r>
              <a:t>✅ 10. Google Docs Kullanımı</a:t>
            </a:r>
          </a:p>
          <a:p>
            <a:pPr>
              <a:spcAft>
                <a:spcPts val="1000"/>
              </a:spcAft>
              <a:defRPr sz="1900"/>
            </a:pPr>
            <a:r>
              <a:t>✅ 11. İşbirlikli Çalışma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⏰ Süre: 3 Hafta</a:t>
            </a:r>
          </a:p>
          <a:p>
            <a:pPr>
              <a:spcAft>
                <a:spcPts val="1000"/>
              </a:spcAft>
              <a:defRPr sz="1900"/>
            </a:pPr>
            <a:r>
              <a:t>🎯 Amaç: Profesyonel belgeler oluşturmak!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Kelime İşlemci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rPr sz="1600"/>
              <a:t>Kelime işlemci = Metin belgesi oluşturma programı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Popüler Kelime İşlemciler: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Microsoft Word (ücretli)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Google Docs (ücretsiz, online)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LibreOffice Writer (ücretsiz)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Pages (Apple)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📌 Ne İçin Kullanılır?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Ödev yazmak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Rapor hazırlamak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Mektup yazmak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Poster tasarlamak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💡 Avantajları: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Düzenleme kolay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Yazım hatalarını bulur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Güzel görünüm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Yazdırma/paylaşma kolay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🎨 Metin Biçimlendirme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Metni güzelleştirmek ve vurgu yapmak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Yazı Tipi (Font):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Arial, Times New Roman, Calibri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Resmi belgeler: Times New Roman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Modern: Calibri, Arial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Boyut: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Başlıklar: 14-18 pt</a:t>
            </a:r>
          </a:p>
          <a:p>
            <a:pPr lvl="1">
              <a:spcAft>
                <a:spcPts val="1000"/>
              </a:spcAft>
              <a:defRPr sz="1700"/>
            </a:pPr>
            <a:r>
              <a:t>    • Normal metin: 11-12 pt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Stil: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Kalın (Bold): Ctrl+B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İtalik: Ctrl+I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Altı Çizili: Ctrl+U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Renk: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Siyah = Normal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Renkler = Vurgu için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Fazla biçimlendirme karmaşık görünür!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📐 Paragraf Ayarları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Paragrafları düzenlemek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Hizalama: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Sola: Ctrl+L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Ortala: Ctrl+E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Sağa: Ctrl+R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İki Yana Yasla: Ctrl+J (resmi belgeler)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Satır Aralığı: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Tek: Normal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1.5: Ödev</a:t>
            </a:r>
          </a:p>
          <a:p>
            <a:pPr lvl="1">
              <a:spcAft>
                <a:spcPts val="1000"/>
              </a:spcAft>
              <a:defRPr sz="1700"/>
            </a:pPr>
            <a:r>
              <a:t>    • 2: Çift aralık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Girintiler: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İlk satır girintisi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Sol/Sağ girinti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Madde İşaretleri: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Madde listesi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Numaralı liste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Resmi belgeler: İki yana yaslı, 1.5 satır aralığı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🖼️ Görsel ve Şekil Ekleme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rPr sz="1600"/>
              <a:t>Belgeye görsel katmak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Resim Ekleme: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Ekle → Resim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Bilgisayardan yükle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İnternetten ara (dikkat: telif!)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Resim Düzenleme: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Boyutlandır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Kırp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Metin sarma (çevreleme)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Şekiller: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Dikdörtgen, daire, ok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Akış diyagramı şekilleri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SmartArt: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Şemalar, grafikler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⚠️ Telif Hakkı: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Başkasının resmini kullanırken kaynak göster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Ücretsiz resim siteleri: Unsplash, Pixabay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📊 Tablo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Word'de tablo yapmak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Tablo Ekleme: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Ekle → Tablo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Satır ve sütun sayısı seç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Tablo Düzenleme: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Satır/Sütun ekle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Satır/Sütun sil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Hücreleri birleştir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Hücreleri böl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Tablo Biçimlendirme: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Kenarlıklar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Arka plan rengi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Tablo stilleri (hazır)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Örnek Kullanım: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Ders programı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Karşılaştırma tablosu</a:t>
            </a:r>
          </a:p>
          <a:p>
            <a:pPr lvl="1">
              <a:spcAft>
                <a:spcPts val="1000"/>
              </a:spcAft>
              <a:defRPr sz="1700"/>
            </a:pPr>
            <a:r>
              <a:t>    • Veri gösterimi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Excel'den tablo kopyalayabilirsin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📄 Sayfa Düzeni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Sayfayı ayarlamak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Sayfa Boyutu: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A4 (standart)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Letter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Yönlendirme: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Dikey (Portrait) - Normal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Yatay (Landscape) - Geniş tablolar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Kenar Boşlukları: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Normal: 2.5 cm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Dar: 1.27 cm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Geniş: 5 cm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Üstbilgi/Altbilgi: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Başlık, tarih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Sayfa numarası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Sütunlar: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Tek sütun: Normal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İki sütun: Gazete formatı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Resmi ödevler için standart A4, dikey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Google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rPr sz="1600"/>
              <a:t>Online kelime işlemci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Google Docs Avantajları: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Ücretsiz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Her yerden erişim (internet ile)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Otomatik kaydetme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İşbirlikli çalışma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Yorum yapma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Nasıl Kullanılır?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docs.google.com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Google hesabı ile giriş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Yeni belge oluştur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Paylaşma: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Paylaş butonu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E-posta ile paylaş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Link ile paylaş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İzinler: Görüntüleme, Yorum, Düzenleme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💡 Grup ödevlerinde çok kullanışlı!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Herkes aynı anda çalışabilir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🤝 İşbirlikli Çalışma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rPr sz="1600"/>
              <a:t>Birlikte belge oluşturmak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Google Docs ile İşbirliği: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Aynı anda birden fazla kişi düzenler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Her kişi farklı renk ile görünür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Anlık değişiklikler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Yorumlar: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Metin seç → Yorum ekle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Geri bildirim ver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Öneri yap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Sürüm Geçmişi: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Dosya → Sürüm geçmişi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Eski halini gör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Geri dön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Etiket: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@isim ile etiketle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Bildirim gider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💡 İşbirliği Kuralları: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Başkasının yazısını silme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Değişiklikleri yorum olarak öner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İletişim kur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öğrendik?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Kelime işlemci programları (Word, Google Docs)</a:t>
            </a:r>
          </a:p>
          <a:p>
            <a:pPr>
              <a:spcAft>
                <a:spcPts val="1000"/>
              </a:spcAft>
              <a:defRPr sz="1900"/>
            </a:pPr>
            <a:r>
              <a:t>✅ Metin biçimlendirme (font, boyut, stil)</a:t>
            </a:r>
          </a:p>
          <a:p>
            <a:pPr>
              <a:spcAft>
                <a:spcPts val="1000"/>
              </a:spcAft>
              <a:defRPr sz="1900"/>
            </a:pPr>
            <a:r>
              <a:t>✅ Paragraf ayarları (hizalama, aralık)</a:t>
            </a:r>
          </a:p>
          <a:p>
            <a:pPr>
              <a:spcAft>
                <a:spcPts val="1000"/>
              </a:spcAft>
              <a:defRPr sz="1900"/>
            </a:pPr>
            <a:r>
              <a:t>✅ Görsel ve şekil ekleme</a:t>
            </a:r>
          </a:p>
          <a:p>
            <a:pPr>
              <a:spcAft>
                <a:spcPts val="1000"/>
              </a:spcAft>
              <a:defRPr sz="1900"/>
            </a:pPr>
            <a:r>
              <a:t>✅ Tablo oluşturma ve düzenleme</a:t>
            </a:r>
          </a:p>
          <a:p>
            <a:pPr>
              <a:spcAft>
                <a:spcPts val="1000"/>
              </a:spcAft>
              <a:defRPr sz="1900"/>
            </a:pPr>
            <a:r>
              <a:t>✅ Sayfa düzeni ayarları</a:t>
            </a:r>
          </a:p>
          <a:p>
            <a:pPr>
              <a:spcAft>
                <a:spcPts val="1000"/>
              </a:spcAft>
              <a:defRPr sz="1900"/>
            </a:pPr>
            <a:r>
              <a:t>✅ Yazım denetimi</a:t>
            </a:r>
          </a:p>
          <a:p>
            <a:pPr>
              <a:spcAft>
                <a:spcPts val="1000"/>
              </a:spcAft>
              <a:defRPr sz="1900"/>
            </a:pPr>
            <a:r>
              <a:t>✅ Google Docs kullanımı</a:t>
            </a:r>
          </a:p>
          <a:p>
            <a:pPr>
              <a:spcAft>
                <a:spcPts val="1000"/>
              </a:spcAft>
              <a:defRPr sz="1900"/>
            </a:pPr>
            <a:r>
              <a:t>✅ İşbirlikli çalışma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Anahtar Mesaj:</a:t>
            </a:r>
          </a:p>
          <a:p>
            <a:pPr>
              <a:spcAft>
                <a:spcPts val="1000"/>
              </a:spcAft>
              <a:defRPr sz="1900"/>
            </a:pPr>
            <a:r>
              <a:t>Profesyonel belgeler hazırlayabilirsin!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🎯 Artık bir ofis programları uzmanısın!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