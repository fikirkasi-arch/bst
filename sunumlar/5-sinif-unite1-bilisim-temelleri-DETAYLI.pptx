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ünite 9 hafta sürecek ve bilişim teknolojilerinin temellerini kapsar.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önerisi: 'Bilişim Teknolojileri Nedir?' - YouTube'da aratın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Her kategori için örnek resimler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Donanım ve yazılım karşılaştırma görselleri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'CPU Nasıl Çalışır?' animasyonu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RAM kartı fotoğrafı ve çalışma masası analojisi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'HDD vs SSD Karşılaştırması'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Anakart fotoğrafı ve etiketli diyagram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'İşletim Sistemleri Tanıtımı'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Öğrencilere kısayolları denetin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Farklı dosya türleri ve ikonları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Öğrencilerle birlikte bu işlemleri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📱 BİLİŞİM TEMELLERİ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200">
                <a:solidFill>
                  <a:srgbClr val="FFFFFF"/>
                </a:solidFill>
              </a:defRPr>
            </a:pPr>
            <a:r>
              <a:rPr/>
              <a:t>5. Sınıf - Ünite 1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</a:pPr>
            <a:r>
              <a:rPr/>
              <a:t>9 Haftalık Kapsamlı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📋 Ünite İçeriği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🖥️ 1. Bilişim Teknolojilerinin Hayatımızdaki Yeri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Bilişim Teknolojilerinin Sınıflandırılması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Etkileri ve Dijital Sağlık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💻 2. Bilgisayar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Donanım Bileşenleri (CPU, RAM, Hard Disk, Anakart)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Giriş ve Çıkış Birimleri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⚙️ 3. İşletim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Windows, Linux, macOS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Temel Görevler ve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📁 4. Dosya ve Klasör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 Uzantıları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Düzenleme ve Yönetim İşlemleri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🌐 Bilişim Teknolojileri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Bilgi ve iletişim teknolojilerinin tümünü kapsayan alan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Temel Bileşenler: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Donanım (Hardware)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Yazılım (Software)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Ağlar (Networks)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Veriler (Data)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Kullanım Alanları: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Eğitim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Sağlık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İletişim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Eğlence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İş dünyası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📊 Bilişim Teknolojilerinin Sınıflandırılması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Donanım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Bilgisayarlar, tabletler, akıllı telefonlar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Sunucular, ağ cihazları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Yazılım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İşletim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Uygulama programları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Web tarayıcıları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3️⃣ İletişim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İnternet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E-posta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Video konferans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4️⃣ Veri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Veritabanları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Bulut depolama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🌟 Bilişim Teknolojilerinin Hayatımıza Etkileri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Olumlu Etkiler: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Hızlı bilgiye erişim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Uzaktan çalışma/eğitim imkanı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Sosyal bağlantılar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Eğlence ve hobi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⚠️ Olumsuz Etkiler: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bağımlılığı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Göz ve sırt problemleri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Siber zorbalık riski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Gizlilik endişeleri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Dijital Sağlık: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20-20-20 kuralı (20 dk çalış, 20 sn ara, 20 feet uzak)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Doğru oturuş pozisyonu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Düzenli molalar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🖥️ Bilgisayar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Bir bilgisayar 2 ana bölümden oluşur: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DONANIM (Hardware)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Elle tutulabilen, fiziksel parçalar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Örnek: Klavye, mouse, ekran, kasa içi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YAZILIM (Software)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Programlar ve uygulamalar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Örnek: Windows, Word,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Donanım ve yazılım birlikte çalışarak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bilgisayarın görevlerini yerine getirir!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🧠 İşlemci - Bilgisayarın Beyni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CPU = Central Processing Unit (Merkezi İşlem Birimi)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Tüm hesaplamaları yapar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Komutları işler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Verileri işleyip sonuç üretir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GHz (Gigahertz) - Hız birimi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Çekirdek sayısı (2, 4, 8 çekirdek...)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Önbellek (Cache)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📌 Popüler Markalar: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Intel (i3, i5, i7, i9) ve AMD (Ryzen)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Analoji: İşlemci = İnsan beyni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Ne kadar hızlı düşünürsen, işleri o kadar çabuk bitirirsin!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🎯 RAM - Geçici Hafıza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RAM = Random Access Memory (Rastgele Erişimli Bellek)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Açık programların verilerini tutar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Geçici çalışma alanı sağlar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İşlemciye hızlı veri erişimi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⚠️ Önemli Özelliği: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Bilgisayar kapatıldığında içindeki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TÜM VERİLER SİLİNİR!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Kapasiteler: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4 GB - Temel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8 GB - Günlük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16 GB+ - Oyun/Tasarım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Analoji: RAM = Çalışma masası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Masası büyük olan daha çok iş yapabilir!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💾 Kalıcı Hafıza - Hard Disk &amp; SSD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Hard Disk (HDD):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Dönen diskler üzerinde veri saklar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ucuz, daha büyük kapasiteler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yavaş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SSD (Solid State Drive):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Elektronik çipler üzerinde veri saklar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Çok daha hızlı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pahalı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📊 Kapasiteler: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256 GB - 500 GB - 1 TB - 2 TB...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⚠️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Bilgisayar kapatılsa bile veriler KALICI olarak durur!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Fark: RAM geçici, HDD/SSD kalıcı!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🔌 Anakart - Ana Kart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Motherboard = Tüm parçaları birleştiren ana devre kartı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Bağlanan Parçalar: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İşlemci (CPU)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RAM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kartı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Hard disk/SSD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Güç kaynağı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Üzerindeki Bağlantılar: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USB portları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Ses girişi/çıkışı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Ethernet (İnternet kablosu)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HDMI/DisplayPort (Ekran)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Analoji: Anakart = Şehir yolları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Tüm mahalleleri (parçaları) birbirine bağlar!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⌨️ Giriş ve Çıkış Birimleri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📥 GİRİŞ BİRİMLERİ (Input):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Klavye - Metin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Mouse - İşaretleme ve tıklama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Mikrofon - Ses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Webcam - Görüntü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Tarayıcı (Scanner) - Belge/fotoğraf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📤 ÇIKIŞ BİRİMLERİ (Output):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(Monitor) - Görüntü 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Hoparlör - Ses 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Yazıcı (Printer) - Kağıt çıktısı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Projektör - Büyük ekran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🔄 HER İKİSİ: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Dokunmatik ekran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Akıllı telefon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⚙️ İşletim Sistemi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Operating System (OS) = Bilgisayarı yöneten ana yazılım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Temel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Donanımı yönetir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Programları çalıştırır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Dosyaları organize eder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Kullanıcı ile iletişim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İşletim sistemi olmadan bilgisayar ÇALIŞAMAZ!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Popüler İşletim Sistemleri: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Windows (En yaygın)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macOS (Apple bilgisayarlar)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Linux (Açık kaynak, ücretsiz)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Android/iOS (Mobil cihazlar)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🪟 Windows İşletim Sistemi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Microsoft tarafından geliştirilmiş en popüler OS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Kullanıcı dostu arayüz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Başlat menüsü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Görev çubuğu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Masaüstü (Desktop)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 Gezgini (File Explorer)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Sürümler: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10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11 (En yeni)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Temel Kısayollar: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tuşu - Başlat menüsü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+ E - Dosya Gezgini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Alt + Tab - Pencereler arası geçiş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Ctrl + Alt + Delete - Görev yöneticisi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📁 Dosya ve Klasör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📄 DOSYA (File):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Bilgisayarda saklanan her türlü bilgi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Örnekler: Resim, video, müzik, belge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📁 KLASÖR (Folder):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Dosyaları düzenli tutmak için sanal çekmece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İçinde dosya ve alt klasörler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Uzantıları: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.docx - Word belgesi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.xlsx - Excel tablosu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.pptx - PowerPoint sunumu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.jpg, .png - Resim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.mp4, .avi - Video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.mp3 - Müzik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.pdf - PDF belgesi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.exe - Program dosyası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🛠️ Dosya İşlemleri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Temel İşlemler: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📂 OLUŞTURMA: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Sağ tık → Yeni → Klasör/Dosya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✏️ YENİDEN ADLANDIRMA: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Sağ tık → Yeniden Adlandır (F2)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📋 KOPYALAMA: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Ctrl + C (Kopyala)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✂️ KESME/TAŞIMA: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Ctrl + X (Kes)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🗑️ SİLME: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Delete tuşu → Geri Dönüşüm Kutusu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Shift + Delete → Kalıcı silme!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🔍 ARAMA: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Dosya Gezgini'nde arama kutusu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💡 İyi Dosya Düzenleme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Anlamlı İsimler Kullanın: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❌ Yanlış: Belge1.docx, 12345.jpg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✅ Doğru: Matematik_Odevi.docx, Aile_Tatili_2025.jpg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Klasör Yapısı Oluşturun: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📁 Belgeler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📁 Okulİşleri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    📁 Matematik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    📁 Türkçe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📁 Kişisel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Düzenli Yedekleme: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Önemli dosyaları USB veya buluta yedekleyin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Haftalık yedekleme alışkanlığı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Gereksizleri Silin: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İndirilenler klasörünü temizleyin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Eski dosyaları arşivleyin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öğrendiklerimiz: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Bilişim teknolojilerinin sınıflandırılması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Bilgisayar bileşenleri: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İşlemci (CPU) - Beyin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RAM - Geçici hafıza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Hard Disk/SSD - Kalıcı hafıza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Anakart - Bağlantı merkezi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İşletim sistemleri (Windows, Linux, macOS)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ve klasör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uzantıları ve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İyi düzenleme alışkanlıkları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Unutmayın: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Teknoloji hayatımızı kolaylaştırır,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ama sorumlu kullanılmalıdır!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🎬 Kaynaklar ve Video Önerileri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📺 İzlemeniz Gereken Videolar: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'Bilgisayar Nasıl Çalışır?'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'CPU Animasyonu'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'HDD vs SSD Karşılaştırması'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'İşletim Sistemleri Nedir?'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🌐 Faydalı Web Siteleri: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code.org - Programlama öğren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scratch.mit.edu - Blok programlama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khanacademy.org/tr - Ücretsiz eğitim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Okuma Kaynakları: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MEB Ders Kitabı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EBA (Eğitim Bilişim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❓ Sorularınız için: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Öğretmeninizle iletişime geçin!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Teşekkürler!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200">
                <a:solidFill>
                  <a:srgbClr val="FFFFFF"/>
                </a:solidFill>
              </a:defRPr>
            </a:pPr>
            <a:r>
              <a:rPr/>
              <a:t>Bir sonraki derste görüşmek üzere!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