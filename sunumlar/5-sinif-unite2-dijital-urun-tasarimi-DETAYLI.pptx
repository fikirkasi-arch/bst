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'Dijital Ürün Tasarımına Giriş' - Öğrencilere günlük hayatta kullandıkları uygulamaların nasıl tasarlandığını anlatan video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hayatlarından proje örnekleri buldurtun. Sınıfta tartışın.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'Proje Yönetimi Nedir?' animasyonlu anlatım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Popüler dijital ürün logoları gösterin (Instagram, YouTube, Minecraft vb.)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'Bir Mobil Uygulama Nasıl Tasarlanır?' - Tasarım sürecini adım adım gösteren video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Öğrencileri 4-5 kişilik gruplara ayırın. Her grup kendi yaşadığı bir problemi belirlesin ve tahtaya yazsın.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grup, belirlediği problem için 5 farklı çözüm fikri geliştirsin. En yaratıcı fikri seçin.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İyi ve kötü tasarım örnekleri gösterin (karmaşık vs. sade arayüz örnekleri)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grup, fikirlerinden birini kağıt prototip olarak çizsin (ana ekran, oyun ekranı vb.)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'Kullanıcı Testi Nasıl Yapılır?' - Gerçek bir test seansı kaydı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Kullandığınız uygulamalar güncelleme alır. Bu güncellemeler neden yapılır? Geri bildirimlerinizin etkisi var mı?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App Store ve Google Play Store ekran görüntüleri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kendi gruplarının projesini bu formatta özetlesin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Trello Kanban panosu örneği gösterin. Öğrencilere kağıtta Kanban tahtası çizdirebilirsiniz.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Sınıfı 4-5 kişilik gruplara ayırın. Her grupta roller dağıtın. Mini bir proje planı yapın.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'Instagram'ın Hikayesi' veya 'Minecraft'ı Markus Persson Nasıl Yarattı?' kısa belgesel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Materyal: Kağıtlar, renkli kalemler, makas dağıtın. Grupları oluşturun ve çalışmalarını başlatın.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Quiz: Ünite sonu quiz yapın. Öğrencilerin öğrendiklerini pekiştirin.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Not: Belirtilen video linklerini önceden izleyin ve sınıfa uygun olanları seçin.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Dijital Ürün Tasarımı ve Proje Yönetimi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1. Proje Kavramı ve Proje Yönetimi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2. Dijital Ürün Nedir?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3. Dijital Ürün Tasarımı Süreci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4. İhtiyaç Analizi ve Problem Tanımlama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5. Çözüm Önerileri Geliştirme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6. Prototip Oluşturma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7. Test Etme ve Geri Bildirim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8. Dijital Ürün Örnekleri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⏰ Süre: 6 Hafta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🎯 Amaç: Kendi dijital ürününüzü tasarlayabilmek!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📋 Proje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🎯 Tanım: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Proje = Belirli bir hedefe ulaşmak için yapılan planlı çalışma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Projenin Özellikleri: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Başlangıç ve bitiş tarihi vardır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Belirli bir amacı vardır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Kaynaklar kullanır (zaman, para, insan)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Özgün bir ürün veya hizmet ortaya çıkarır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📌 Günlük Hayattan Örnekler: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Doğum günü partisi organizasyonu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Okul sergisi hazırlığı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Bahçeye çiçek dikme projesi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Mobil uygulama geliştirme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Her proje benzersizdir ve bir kez yapılır!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🗂️ Proje Yönetimi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Proje yönetimi = Projeyi başarıyla tamamlamak için yapılan planlama ve organizasyon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Proje Yönetiminin Aşamaları: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1️⃣ PLANLAMA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Ne yapacağız?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Nasıl yapacağız?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Ne zaman bitireceğiz?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2️⃣ UYGULAMA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Planı hayata geçirme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Görevleri yerine getirme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3️⃣ İZLEME VE KONTROL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İşler plana uygun mu?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Sorunlar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4️⃣ TAMAMLAMA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Projeyi bitirme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Sonuçları değerlendirme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💻 Dijital Ürün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🎯 Tanım: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Dijital ürün = Bilgisayar, telefon veya tablet gibi cihazlarda kullanılan ürünler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Dijital Ürün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📱 Mobil Uygulamalar: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WhatsApp, Instagram, TikTok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Oyun uygulamaları (Subway Surfers, Roblox)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Eğitim uygulamaları (Morpa Kampüs, EBA)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🌐 Web Siteleri: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YouTube, Google, Wikipedia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Online oyunlar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🎮 Dijital Oyunlar: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Minecraft, Fortnite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📚 E-kitaplar, Podcast'ler, Dijital Sanat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Fiziksel olmayan, elektronik cihazlarda çalışan her şey!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🎨 Dijital Ürün Tasarım Süreci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Bir dijital ürün nasıl tasarlanır?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500"/>
              <a:t>✅ Tasarım Süreci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1️⃣ İHTİYAÇ ANALİZİ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Hangi problemi çözeceğiz?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2️⃣ FIKIR GELIŞTIRME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Çözüm önerileri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3️⃣ TASARIM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Ürünün görünümünü planlama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4️⃣ PROTOTİP OLUŞTURMA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İlk deneme versiyonu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5️⃣ TEST ETME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Kullanıcılarla deneme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6️⃣ GERİ BİLDİRİM VE İYİLEŞTİRME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Eksikleri düzeltme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500"/>
              <a:t>7️⃣ YAYINLAMA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500"/>
              <a:t>    • Ürünü kullanıma sunma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🔍 Adım 1: İhtiyaç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En önemli adım: Hangi problemi çözeceğiz?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İhtiyaç Analizi Soruları: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İnsanların hangi sorunu var?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Bu sorunu kim yaşıyor?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Sorun ne kadar önemli?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Mevcut çözümler var mı? Yeterli mi?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Örnek Problemler: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Öğrenciler matematik çalışırken zorlanıyor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Çocuklar İngilizce kelime ezberlemekte sıkılıyor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Küçük kardeşim zamanını planlamayı bilmiyor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Arkadaşlar hangi oyunu oynayacağına karar veremiyor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İyi bir problem tanımı = Başarılı ürünün yarısı!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🎯 Etkinlik: Sınıfta karşılaştığınız 3 problemi listeleyin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💡 Adım 2: Çözüm Fikirleri Geliştirme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Problem belirlendi, şimdi çözüm zamanı!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Fikir Geliştirme Yöntemleri: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🧠 Beyin Fırtınası (Brainstorming):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Tüm fikirleri söyleyin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Eleştirmeyin, not alın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Çılgın fikirler de olabilir!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🗣️ Kullanıcı Görüşleri: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Problemi yaşayan kişilerle konuşun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Ne isterler? Ne işe yarar?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🔍 Mevcut Ürünleri İnceleme: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Benzer ürünler var mı?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Onların eksiği ne?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Nasıl daha iyi yapabiliriz?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Örnek: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Problem: İngilizce kelime ezberleme sıkıcı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Çözüm Fikirleri: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Oyunlaştırılmış kelime uygulaması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Hikayelerle kelime öğrenme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Günlük kelime yarışması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🎨 Adım 3: Tasarım ve Kullanıcı Deneyimi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Ürünümüz nasıl görünmeli? Nasıl kullanılmalı?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İyi Tasarımın Özellikleri: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👁️ Görsel Tasarım: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Renkler uyumlu olmalı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Yazılar okunabilir olmalı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Görseller çekici olmalı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🖱️ Kullanılabilirlik: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Kolay anlaşılır olmalı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Hızlı öğrenilmeli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Az tıklama ile işlem yapılmalı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♿ Erişilebilirlik: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Herkes kullanabilmeli (engelliler dahil)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Farklı cihazlarda çalışmalı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Tasarım Araçları: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Kağıt-kalem (eskiz)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Canva, Figma (dijital tasarım)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PowerPoint (prototip)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Kullanıcı deneyimi = Kullanıcının ürünü kullanırken hissettiği şey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🛠️ Adım 4: Prototip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Prototip = Ürünün ilk deneme versiyonu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Prototip Çeşitleri: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📄 Kağıt Prototip (Düşük Kalite):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Kağıda çizilmiş ekranlar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Hızlı ve ucuz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İlk fikirleri test etmek için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💻 Dijital Prototip (Yüksek Kalite):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Bilgisayarda tasarlanan mockup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Daha gerçekçi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PowerPoint, Canva, Figma ile yapılabilir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Prototipte Olması Gerekenler: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Ana ekranlar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Temel özellikler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Navigasyon (geçiş) sistemi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Prototip mükemmel olmak zorunda değil!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Amaç: Fikri görmek ve test etmek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🎯 Etkinlik: Kağıda mobil uygulama ekranı çizin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🧪 Adım 5: Test Etme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Prototip hazır! Şimdi test zamanı!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Test Etme Yöntemleri: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👥 Kullanıcı Testleri: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Hedef kitleye prototipi gösterin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Onları kullanırken izleyin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Nerede zorlanıyorlar?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❓ Sorular Sorun: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Ürün anlaşılıyor mu?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Kullanmak kolay mı?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Eksik ne var?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Beğendikleri özellikler?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📝 Gözlem Yapın: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Hangi butona tıkladılar?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Nerede kafa karıştı?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Ne kadar sürede öğrendiler?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Test Sonuçları: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Not alın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Ortak sorunları belirleyin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Önceliklendirin (en önemliler önce)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Test etmeden yayınlamayın!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🔄 Adım 6: Geri Bildirim ve İyileştirme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Test sonuçlarına göre ürünü iyileştirin!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İyileştirme Süreci: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1️⃣ Geri Bildirimleri Topla: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Kullanıcıların yorumları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Test sırasındaki gözlemler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Sorunlar ve öneriler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2️⃣ Önceliklendirme: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Hangileri acil?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Hangileri önemli ama acil değil?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Hangileri ileride yapılabilir?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3️⃣ Değişiklikleri Uygula: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Tasarımı düzelt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Eksik özellikleri ekle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Hataları düzelt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4️⃣ Tekrar Test Et: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İyileştirmeler işe yaradı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Bu döngü defalarca tekrarlanabilir!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Tasarım → Test → İyileştir → Tekrar Test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🚀 Adım 7: Yayınlama ve Dağıtım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Ürün hazır! Kullanıcılara nasıl ulaştırırız?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Yayınlama Platformları: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📱 Mobil Uygulamalar: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Google Play Store (Android)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App Store (iOS - iPhone/iPad)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🌐 Web Uygulamaları: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Web sunucusuna yükleme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Domain (alan adı) satın alma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🎮 Oyunlar: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Steam, Epic Games Store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Scratch Community (basit oyunlar)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📌 Yayınlama Öncesi Kontroller: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Tüm özellikler çalışıyor mu?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Hatalar düzeltildi mi?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Güvenlik kontrolleri yapıldı mı?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Kullanım kılavuzu hazır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İlk kullanıcılara özel tanıtım yapın (lansман)!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🎮 Örnek Proje: Eğlenceli Kelime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Dijital ürün tasarım sürecini örnek ile görelim: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1️⃣ Problem: İngilizce kelime ezberleme sıkıcı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2️⃣ Çözüm Fikri: Oyunlaştırılmış kelime öğrenme uygulaması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3️⃣ Tasarım: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Ana ekran: Seviye seçimi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Oyun ekranı: Kelime kartları, zamanlayıcı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Renkli ve çocuk dostu tasarım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4️⃣ Özellikler: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Günlük 10 yeni kelime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Eşleştirme oyunu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Puan sistemi ve rozetler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Arkadaşlarla yarışma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5️⃣ Test: 20 öğrenci ile deneme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6️⃣ Geri Bildirim: 'Kelimeler çok zor' → Seviye sistemi eklendi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7️⃣ Yayınlama: Scratch'te paylaşıldı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🗓️ Proje Planlama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Projenizi organize etmek için araçlar: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✅ Görev Listesi (To-Do List):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Yapılacaklar listesi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Tamamlananları işaretleme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Google Keep, Microsoft To Do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📅 Takvim ve Zaman Çizelgesi: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Her görev ne zaman yapılacak?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Tarih belirleme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Google Takvim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🎯 Gantt Şeması: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Görevlerin zaman çizelgesi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Hangi görev ne zaman başlıyor/bitiyor?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📊 Kanban Tahtası: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Yapılacak / Yapılıyor / Tamamlandı sütunları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Görevleri kartlar ile gösterme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Örnek: Trello, Padlet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Basit bir kağıt kalem de yeterli olabilir!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🎯 Önemli olan: Düzenli ve planlı çalışmak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👥 Takım Çalışması ve Roller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Büyük projeler tek başına yapılmaz!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Proje Takımındaki Roller: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🎯 Proje Yöneticisi: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Planlamayı yapar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Görevleri dağıtır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İlerlemeyi takip eder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🎨 Tasarımcı: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Görsel tasarımı yapar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Kullanıcı arayüzünü çizer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💻 Geliştirici (Programcı):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Kodu yazar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Uygulamayı geliştirir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🧪 Test Uzmanı: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Testleri yapar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Hataları bulur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📝 İçerik Üreticisi: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Metinleri yazar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Görselleri hazırlar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Küçük projelerde bir kişi birden fazla rol alabilir!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🏆 Başarılı Dijital Ürün Örnekleri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Dünyaca ünlü dijital ürünler nasıl başladı?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📱 Instagram: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Başlangıç: Fotoğraf paylaşım uygulaması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İhtiyaç: Fotoğrafları güzel göstermek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2010'da başladı, şimdi milyarlarca kullanıcı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🎮 Minecraft: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Başlangıç: Tek kişinin hobi projesi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İhtiyaç: Yaratıcı bir oyun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Dünyanın en çok satan oyunu oldu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📚 Duolingo: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Başlangıç: Ücretsiz dil öğrenme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İhtiyaç: Eğlenceli dil eğitimi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500 milyondan fazla kullanıcı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🐦 Twitter (X):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Başlangıç: Kısa mesajlaşma platformu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İhtiyaç: Hızlı fikir paylaşımı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Hepsi küçük fikirlerle başladı ve kullanıcı ihtiyacını çözdü!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🚀 Kendi Dijital Ürününüzü Tasarlayın!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Şimdi öğrendiklerinizi uygulama zamanı!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🎯 Proje Görevi: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Grup olarak basit bir dijital ürün tasarlayın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Adımlar: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1️⃣ Bir problem belirleyin (sınıfınızda, okulunuzda)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2️⃣ Çözüm fikirleri geliştirin (beyin fırtınası)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3️⃣ En iyi fikri seçin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4️⃣ Kağıt prototip çizin (en az 3 ekran)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5️⃣ Başka bir grupla test edin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6️⃣ Geri bildirime göre iyileştirin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7️⃣ Sınıfa sunun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📌 Proje Önerileri: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Eğitici oyun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Ödev takip uygulaması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Kitap öneri platformu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Okul aktivite takvimi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⏰ Süre: 2-3 hafta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Proje ve Proje Yönetimi kavramları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Dijital ürün nedir, örnekleri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Dijital ürün tasarım süreci: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İhtiyaç analizi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Fikir geliştirme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Tasarım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Prototip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Test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Geri bildirim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400"/>
              <a:t>    • Yayınlama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Kullanıcı deneyimi ve kullanılabilirlik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Proje planlama araçları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✅ Takım çalışması ve roller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💡 Anahtar Mesaj: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Her büyük dijital ürün küçük bir fikirle başlar.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400"/>
              <a:t>Siz de kendi dijital ürününüzü tasarlayabilirsiniz!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400"/>
              <a:t>🎯 Artık küçük bir dijital ürün tasarımcısısınız!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Kaynaklar ve Videolar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Daha fazla öğrenmek için: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🎥 İzlenecek Videolar: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'Proje Yönetimi Nedir?' - TRT Okul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'Bir Mobil Uygulama Nasıl Yapılır?' - Scratch Türkiye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'Kullanıcı Deneyimi (UX) Nedir?' - YouTube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'Instagram'ın Hikayesi' - Belgesel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🌐 Keşfedilecek Siteler: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Scratch.mit.edu - Basit oyunlar tasarlayın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Canva.com - Tasarım yapın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Trello.com - Proje yönetimi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📖 Deneyebileceğiniz Aktiviteler: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Kağıt prototip çizme yarışması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Sevdiğiniz uygulamaları analiz edin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800"/>
            </a:pPr>
            <a:r>
              <a:rPr sz="1300"/>
              <a:t>    • Mini bir Scratch projesi yapın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2000" b="1"/>
            </a:pPr>
            <a:r>
              <a:rPr sz="1300"/>
              <a:t>💡 Meraklı sorularınızı sorun!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r>
              <a:rPr sz="1300"/>
              <a:t>Her soru yeni bir öğrenme fırsatıdır.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2'yi Tamamladınız - Dijital Ürün Tasarımcısı Oldunuz!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