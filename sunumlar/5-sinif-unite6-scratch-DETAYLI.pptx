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'Scratch ile Tanışalım' - Giriş videosu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scratch.mit.edu sitesine girin, anasayfayı tanıtın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Scratch'i açın, her bölümü gösterin. Öğrencilere hesap açtırın.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blok kategorisinden birkaç tane gösterin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Sprite ekleme, silme, düzenleme işlemlerini gösterin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kare çizdirin. Sonra üçgen çizmeyi deneyin.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Konuşma balonu, kostüm değiştirme gösterin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Ses ekleme ve çalma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Ok tuşları ile kedi hareket ettirin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Farklı şekiller çizdirin (üçgen, beşgen, altıgen)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'Kenara çarparsa sek' programı yazın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'Puan' değişkeni oluşturun, tıklayınca artsın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Örnek: Basit bir quiz yapın, sorular listede saklansın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Basit hesap makinesi yapın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Sprite'a dokunulunca ses çıkarsın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'Yıldız çiz' fonksiyonu oluşturun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kendi labirentlerini tasarlasın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oyunu geliştirsin (tuğlalar, seviyeler)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 tema değiştirsin (uzay, deniz altı, vs.)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Öğrencilere yardım edin, birlikte kodlayın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Damga, şekil çizme ekleyin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Proje: 10 soruluk bilgi yarışması yapın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Her projeye uygun müzik ve ses ekleyin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Öğrencilerin projelerini Scratch'te paylaşın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öğrenci kendi projesini planlasın, onaylayın, sonra kodlamaya başlasın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 ve tüm üniteyi değerlendirin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inceleyin ve öğrencilere yol gösterin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Scratch ile Programlama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öğreneceğiz? (14 Hafta!)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1. Scratch Nedir? Giriş</a:t>
            </a:r>
          </a:p>
          <a:p>
            <a:pPr>
              <a:spcAft>
                <a:spcPts val="1000"/>
              </a:spcAft>
              <a:defRPr sz="1900" b="1"/>
            </a:pPr>
            <a:r>
              <a:t>✅ 2. Scratch Arayüzü</a:t>
            </a:r>
          </a:p>
          <a:p>
            <a:pPr>
              <a:spcAft>
                <a:spcPts val="1000"/>
              </a:spcAft>
              <a:defRPr sz="1900" b="1"/>
            </a:pPr>
            <a:r>
              <a:t>✅ 3. Blok Türleri</a:t>
            </a:r>
          </a:p>
          <a:p>
            <a:pPr>
              <a:spcAft>
                <a:spcPts val="1000"/>
              </a:spcAft>
              <a:defRPr sz="1900" b="1"/>
            </a:pPr>
            <a:r>
              <a:t>✅ 4. Sprite (Karakter) ve Sahne</a:t>
            </a:r>
          </a:p>
          <a:p>
            <a:pPr>
              <a:spcAft>
                <a:spcPts val="1000"/>
              </a:spcAft>
              <a:defRPr sz="1900" b="1"/>
            </a:pPr>
            <a:r>
              <a:t>✅ 5. Hareket Blokları</a:t>
            </a:r>
          </a:p>
          <a:p>
            <a:pPr>
              <a:spcAft>
                <a:spcPts val="1000"/>
              </a:spcAft>
              <a:defRPr sz="1900" b="1"/>
            </a:pPr>
            <a:r>
              <a:t>✅ 6. Görünüm Blokları</a:t>
            </a:r>
          </a:p>
          <a:p>
            <a:pPr>
              <a:spcAft>
                <a:spcPts val="1000"/>
              </a:spcAft>
              <a:defRPr sz="1900" b="1"/>
            </a:pPr>
            <a:r>
              <a:t>✅ 7. Ses Blokları</a:t>
            </a:r>
          </a:p>
          <a:p>
            <a:pPr>
              <a:spcAft>
                <a:spcPts val="1000"/>
              </a:spcAft>
              <a:defRPr sz="1900" b="1"/>
            </a:pPr>
            <a:r>
              <a:t>✅ 8. Olaylar (Events)</a:t>
            </a:r>
          </a:p>
          <a:p>
            <a:pPr>
              <a:spcAft>
                <a:spcPts val="1000"/>
              </a:spcAft>
              <a:defRPr sz="1900" b="1"/>
            </a:pPr>
            <a:r>
              <a:t>✅ 9. Kontrol Yapıları (Döngüler, Koşullar)</a:t>
            </a:r>
          </a:p>
          <a:p>
            <a:pPr>
              <a:spcAft>
                <a:spcPts val="1000"/>
              </a:spcAft>
              <a:defRPr sz="1900" b="1"/>
            </a:pPr>
            <a:r>
              <a:t>✅ 10. Değişkenler</a:t>
            </a:r>
          </a:p>
          <a:p>
            <a:pPr>
              <a:spcAft>
                <a:spcPts val="1000"/>
              </a:spcAft>
              <a:defRPr sz="1900" b="1"/>
            </a:pPr>
            <a:r>
              <a:t>✅ 11. Liste Kullanımı</a:t>
            </a:r>
          </a:p>
          <a:p>
            <a:pPr>
              <a:spcAft>
                <a:spcPts val="1000"/>
              </a:spcAft>
              <a:defRPr sz="1900" b="1"/>
            </a:pPr>
            <a:r>
              <a:t>✅ 12. Operatörler (Matematik, Mantık)</a:t>
            </a:r>
          </a:p>
          <a:p>
            <a:pPr>
              <a:spcAft>
                <a:spcPts val="1000"/>
              </a:spcAft>
              <a:defRPr sz="1900" b="1"/>
            </a:pPr>
            <a:r>
              <a:t>✅ 13. Kendi Bloklarını Oluşturma</a:t>
            </a:r>
          </a:p>
          <a:p>
            <a:pPr>
              <a:spcAft>
                <a:spcPts val="1000"/>
              </a:spcAft>
              <a:defRPr sz="1900" b="1"/>
            </a:pPr>
            <a:r>
              <a:t>✅ 14. Oyun Tasarımı Proje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⏰ Süre: 14 Hafta</a:t>
            </a:r>
          </a:p>
          <a:p>
            <a:pPr>
              <a:spcAft>
                <a:spcPts val="1000"/>
              </a:spcAft>
              <a:defRPr sz="1900" b="1"/>
            </a:pPr>
            <a:r>
              <a:t>🎯 Amaç: Kendi oyununu programlayabilmek!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🎨 Scratch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Scratch = Çocuklar için görsel programlama dili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Özellikler: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Ücretsiz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Kod yazmadan programlama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Blokları sürükle-bırak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Oyun, animasyon, hikaye yap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Kim Yaptı?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MIT (Massachusetts Institute of Technology)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2007'de yayınlandı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Milyonlarca kullanıcı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🌐 Nasıl Kullanılır?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scratch.mit.edu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Tarayıcıdan kullan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Ücretsiz hesap aç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Scratch neden harika?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Eğlenceli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Yaratıcılığı geliştirir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Programlama mantığını öğretir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Kod yazmadan algoritma öğrenirsin!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🖥️ Scratch Arayüzü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Scratch'i açtığında karşına 4 bölüm çıkar: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1. Blok Paleti (Sol):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Hareket, Görünüm, Ses...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Tüm bloklar burada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2. Kod Alanı (Orta):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Blokları buraya sürüklersin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Programını yazarsın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3. Sahne (Sağ Üst):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Projenin çalıştığı yer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480x360 piksel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Yeşil bayrak = Başlat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Kırmızı dur = Durdur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4. Sprite Listesi (Sağ Alt):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Karakterlerin listesi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Yeni sprite ekle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Sahne arka planı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Her şey sürükle-bırak ile yapılır!</a:t>
            </a:r>
          </a:p>
          <a:p>
            <a:pPr>
              <a:spcAft>
                <a:spcPts val="1000"/>
              </a:spcAft>
              <a:defRPr sz="1900"/>
            </a:pPr>
            <a:r>
              <a:t>Hiç kod yazmana gerek yok.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🧩 Blok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Scratch'te 9 farklı blok kategorisi var: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🔵 Hareket: Sprite'ı hareket ettir</a:t>
            </a:r>
          </a:p>
          <a:p>
            <a:pPr>
              <a:spcAft>
                <a:spcPts val="1000"/>
              </a:spcAft>
              <a:defRPr sz="1900"/>
            </a:pPr>
            <a:r>
              <a:t>🟣 Görünüm: Gizle, göster, konuş</a:t>
            </a:r>
          </a:p>
          <a:p>
            <a:pPr>
              <a:spcAft>
                <a:spcPts val="1000"/>
              </a:spcAft>
              <a:defRPr sz="1900"/>
            </a:pPr>
            <a:r>
              <a:t>🟡 Ses: Müzik, ses efektleri</a:t>
            </a:r>
          </a:p>
          <a:p>
            <a:pPr>
              <a:spcAft>
                <a:spcPts val="1000"/>
              </a:spcAft>
              <a:defRPr sz="1900"/>
            </a:pPr>
            <a:r>
              <a:t>🔵 Olaylar: Başlangıç, tıklama</a:t>
            </a:r>
          </a:p>
          <a:p>
            <a:pPr>
              <a:spcAft>
                <a:spcPts val="1000"/>
              </a:spcAft>
              <a:defRPr sz="1900"/>
            </a:pPr>
            <a:r>
              <a:t>🟠 Kontrol: Döngüler, koşullar</a:t>
            </a:r>
          </a:p>
          <a:p>
            <a:pPr>
              <a:spcAft>
                <a:spcPts val="1000"/>
              </a:spcAft>
              <a:defRPr sz="1900"/>
            </a:pPr>
            <a:r>
              <a:t>🟢 Algılama: Dokunma, mesafe</a:t>
            </a:r>
          </a:p>
          <a:p>
            <a:pPr>
              <a:spcAft>
                <a:spcPts val="1000"/>
              </a:spcAft>
              <a:defRPr sz="1900"/>
            </a:pPr>
            <a:r>
              <a:t>🔵 Operatörler: Matematik, karşılaştırma</a:t>
            </a:r>
          </a:p>
          <a:p>
            <a:pPr>
              <a:spcAft>
                <a:spcPts val="1000"/>
              </a:spcAft>
              <a:defRPr sz="1900"/>
            </a:pPr>
            <a:r>
              <a:t>🔴 Değişkenler: Veri saklama</a:t>
            </a:r>
          </a:p>
          <a:p>
            <a:pPr>
              <a:spcAft>
                <a:spcPts val="1000"/>
              </a:spcAft>
              <a:defRPr sz="1900"/>
            </a:pPr>
            <a:r>
              <a:t>🟣 Kendi Bloklarım: Fonksiyonlar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Blok Şekilleri: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Yuvarlak = Değer döndürür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Altıgen = Koşul (doğru/yanlış)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Dikdörtgen = Komut</a:t>
            </a:r>
          </a:p>
          <a:p>
            <a:pPr lvl="1">
              <a:spcAft>
                <a:spcPts val="1000"/>
              </a:spcAft>
              <a:defRPr sz="1700"/>
            </a:pPr>
            <a:r>
              <a:t>    • Şapka = Başlangıç bloğu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Bloklar LEGO gibi birbirine kenetlenir!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🐱 Sprite ve Sahne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Sprite = Karakterler, nesneler</a:t>
            </a:r>
          </a:p>
          <a:p>
            <a:pPr>
              <a:spcAft>
                <a:spcPts val="1000"/>
              </a:spcAft>
              <a:defRPr sz="1900"/>
            </a:pPr>
            <a:r>
              <a:t>Sahne = Arka plan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Sprite Ekleme: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Sprite kütüphanesinden seç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Kendi çizdiğin sprite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Fotoğraf yükle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Sürpriz sprite (rastgele)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Sprite Özellikleri: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İsim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Konum (x, y)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Yön (derece)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Boyut (%)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Görünürlük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Sahne (Arka Plan):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Sahne'ye tıkla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Arka plan ekle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Kütüphaneden seç veya çiz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Koordinat Sistemi: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Merkez: (0, 0)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Sağ: + x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Sol: - x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Yukarı: + y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Aşağı: - y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Bir projede birden fazla sprite olabilir!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➡️ Hareket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Sprite'ları hareket ettirmek için kullanılır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Temel Hareket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'10 adım git':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İleri doğru hareket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'Sağa/Sola dön (15 derece)':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Dönme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'x: 0 y: 0 git':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Belirli koordinata git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'Mouse işaretçisine git':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Fareye doğru git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'1 saniyede x: 0 y: 0 kay':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Animasyonlu hareket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'90 derece yönel':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Belirli yöne bak (0=Yukarı, 90=Sağ, 180=Aşağı, -90=Sol)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İlk Programımız:</a:t>
            </a:r>
          </a:p>
          <a:p>
            <a:pPr>
              <a:spcAft>
                <a:spcPts val="1000"/>
              </a:spcAft>
              <a:defRPr sz="1900"/>
            </a:pPr>
            <a:r>
              <a:t>[Yeşil bayrak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[10 kez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[10 adım git]</a:t>
            </a:r>
          </a:p>
          <a:p>
            <a:pPr lvl="1">
              <a:spcAft>
                <a:spcPts val="1000"/>
              </a:spcAft>
              <a:defRPr sz="1700"/>
            </a:pPr>
            <a:r>
              <a:t>    [15 derece sağa dön]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Bu bir kare çizer!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👁️ Görünüm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Sprite'ın nasıl göründüğünü değiştirmek için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Temel Görünüm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'... de 2 saniye (Merhaba!)':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Konuşma balonu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'Göster / Gizle':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Sprite'ı görünür/görünmez yap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'Kostümü ... yap':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Görünümü değiştir (animasyon)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'Boyutu %100 yap':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Büyüt/küçült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'Renk efekti 25 değiştir':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Renkli efektler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'Grafik efektlerini temizle':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Efektleri sıfırla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'En öne/En arkaya gel':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Katman sıralaması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Örnek: Konuşan Kedi</a:t>
            </a:r>
          </a:p>
          <a:p>
            <a:pPr>
              <a:spcAft>
                <a:spcPts val="1000"/>
              </a:spcAft>
              <a:defRPr sz="1900"/>
            </a:pPr>
            <a:r>
              <a:t>[Yeşil bayrak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[Merhaba! de 2 saniye]</a:t>
            </a:r>
          </a:p>
          <a:p>
            <a:pPr>
              <a:spcAft>
                <a:spcPts val="1000"/>
              </a:spcAft>
              <a:defRPr sz="1900"/>
            </a:pPr>
            <a:r>
              <a:t>[Nasılsın? de 2 saniye]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Kostüm değiştirerek animasyon yapabilirsin!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🔊 Ses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Oyununa ses ekle!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Ses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'... sesini çal':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 efekti çal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'... sesini çal ve bekle':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 bitene kadar bekle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'Tüm sesleri durdur':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Sesleri kapat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'Ses efekti ... 25 değiştir':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 efektleri (pitch, echo)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'Ses %100 yap':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 seviyesi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Ses Ekleme: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Sesler sekmesi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Kütüphaneden seç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Kendi sesini kaydet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Dosyadan yükle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Örnek: Müzikli Kedi</a:t>
            </a:r>
          </a:p>
          <a:p>
            <a:pPr>
              <a:spcAft>
                <a:spcPts val="1000"/>
              </a:spcAft>
              <a:defRPr sz="1900"/>
            </a:pPr>
            <a:r>
              <a:t>[Yeşil bayrak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[Miyav sesini çal]</a:t>
            </a:r>
          </a:p>
          <a:p>
            <a:pPr>
              <a:spcAft>
                <a:spcPts val="1000"/>
              </a:spcAft>
              <a:defRPr sz="1900"/>
            </a:pPr>
            <a:r>
              <a:t>[2 saniye bekle]</a:t>
            </a:r>
          </a:p>
          <a:p>
            <a:pPr>
              <a:spcAft>
                <a:spcPts val="1000"/>
              </a:spcAft>
              <a:defRPr sz="1900"/>
            </a:pPr>
            <a:r>
              <a:t>[Miyav sesini tekrar çal]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Ses oyununu canlı yapar!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🎬 Olaylar (Events)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Program ne zaman başlasın? Olaylar belirler!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Olay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'Yeşil bayrak tıklandığında':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Program başlangıcı (en önemli!)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'[Boşluk] tuşuna basıldığında':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Klavye kontrolü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'Bu sprite tıklandığında':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Fare tıklama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'Sahne ... olduğunda':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Arka plan değişimi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'Ses &gt; 10 olduğunda':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Mikrofon algılama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Örnek: Tuş Kontrollü Hareket</a:t>
            </a:r>
          </a:p>
          <a:p>
            <a:pPr>
              <a:spcAft>
                <a:spcPts val="1000"/>
              </a:spcAft>
              <a:defRPr sz="1900"/>
            </a:pPr>
            <a:r>
              <a:t>[Sağ ok tuşuna basıldığında]</a:t>
            </a:r>
          </a:p>
          <a:p>
            <a:pPr>
              <a:spcAft>
                <a:spcPts val="1000"/>
              </a:spcAft>
              <a:defRPr sz="1900"/>
            </a:pPr>
            <a:r>
              <a:t>[10 adım git]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[Sol ok tuşuna basıldığında]</a:t>
            </a:r>
          </a:p>
          <a:p>
            <a:pPr>
              <a:spcAft>
                <a:spcPts val="1000"/>
              </a:spcAft>
              <a:defRPr sz="1900"/>
            </a:pPr>
            <a:r>
              <a:t>[-10 adım git]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Bir sprite'ta birden fazla olay olabilir!</a:t>
            </a:r>
          </a:p>
          <a:p>
            <a:pPr>
              <a:spcAft>
                <a:spcPts val="1000"/>
              </a:spcAft>
              <a:defRPr sz="1900"/>
            </a:pPr>
            <a:r>
              <a:t>Her olay farklı komutlar çalıştırır.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🔁 Döngüler (Loops)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Aynı işi tekrar tekrar yapmak için döngüler!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Döngü Türleri: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'[10] kez tekrarla':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Belirli sayıda tekrar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'Sürekli tekrarla (Forever)':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Sonsuza kadar tekrar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'... olana kadar tekrarla':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Koşul sağlanana kadar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 1: Kare Çizme</a:t>
            </a:r>
          </a:p>
          <a:p>
            <a:pPr>
              <a:spcAft>
                <a:spcPts val="1000"/>
              </a:spcAft>
              <a:defRPr sz="1900"/>
            </a:pPr>
            <a:r>
              <a:t>[4 kez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[100 adım git]</a:t>
            </a:r>
          </a:p>
          <a:p>
            <a:pPr lvl="1">
              <a:spcAft>
                <a:spcPts val="1000"/>
              </a:spcAft>
              <a:defRPr sz="1700"/>
            </a:pPr>
            <a:r>
              <a:t>    [90 derece sağa dön]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 2: Sürekli Hareket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[10 adım git]</a:t>
            </a:r>
          </a:p>
          <a:p>
            <a:pPr lvl="1">
              <a:spcAft>
                <a:spcPts val="1000"/>
              </a:spcAft>
              <a:defRPr sz="1700"/>
            </a:pPr>
            <a:r>
              <a:t>    [Kenara değdiyse, sek]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Döngüler sayesinde: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Kod kısalır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Daha az blok kullanırsın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Programlama daha kolay!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⚡ Döngüsüz programlama = Çok uzun kod!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❓ Koşullar (If-Else)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Koşul = 'Eğer ... ise, ... yap'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Koşul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'Eğer ... ise':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Tek koşul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'Eğer ... ise ... değilse':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İki seçenek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'... olana kadar bekle':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Koşul sağlanana kadar dur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 1: Kenara Çarparsa Dön</a:t>
            </a:r>
          </a:p>
          <a:p>
            <a:pPr>
              <a:spcAft>
                <a:spcPts val="1000"/>
              </a:spcAft>
              <a:defRPr sz="1900"/>
            </a:pPr>
            <a:r>
              <a:t>[Eğer kenara değiyor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[180 derece dön]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 2: Fare Kontrolü</a:t>
            </a:r>
          </a:p>
          <a:p>
            <a:pPr>
              <a:spcAft>
                <a:spcPts val="1000"/>
              </a:spcAft>
              <a:defRPr sz="1900"/>
            </a:pPr>
            <a:r>
              <a:t>[Eğer mouse işaretçisine değiyor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[Merhaba! de]</a:t>
            </a:r>
          </a:p>
          <a:p>
            <a:pPr>
              <a:spcAft>
                <a:spcPts val="1000"/>
              </a:spcAft>
              <a:defRPr sz="1900"/>
            </a:pPr>
            <a:r>
              <a:t>[Değilse]</a:t>
            </a:r>
          </a:p>
          <a:p>
            <a:pPr lvl="1">
              <a:spcAft>
                <a:spcPts val="1000"/>
              </a:spcAft>
              <a:defRPr sz="1700"/>
            </a:pPr>
            <a:r>
              <a:t>    [Gizle]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 3: Renk Değiştir</a:t>
            </a:r>
          </a:p>
          <a:p>
            <a:pPr>
              <a:spcAft>
                <a:spcPts val="1000"/>
              </a:spcAft>
              <a:defRPr sz="1900"/>
            </a:pPr>
            <a:r>
              <a:t>[Eğer [Boşluk] tuşuna basılı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[Renk efekti 25 değiştir]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Koşullar oyunları akıllı yapar!</a:t>
            </a:r>
          </a:p>
          <a:p>
            <a:pPr>
              <a:spcAft>
                <a:spcPts val="1000"/>
              </a:spcAft>
              <a:defRPr sz="1900"/>
            </a:pPr>
            <a:r>
              <a:t>Oyun kendi karar verebilir.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📦 Değişkenler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Değişken = Bilgi saklayan kutu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Değişken Nedir?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Sayı saklar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Metin saklar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Değeri değişebilir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Değişken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'Değişken oluştur':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Yeni değişken yap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'[puan] değişkenini [0] yap':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Başlangıç değeri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'[puan] değişkenini [1] arttır':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Değeri değiştir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'[puan] değişkenini göster/gizle':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Ekranda göster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Örnek: Basit Puan Sistemi</a:t>
            </a:r>
          </a:p>
          <a:p>
            <a:pPr>
              <a:spcAft>
                <a:spcPts val="1000"/>
              </a:spcAft>
              <a:defRPr sz="1900"/>
            </a:pPr>
            <a:r>
              <a:t>[Yeşil bayrak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[puan değişkenini 0 yap]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[Eğer [Boşluk] tuşuna basılı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[puan değişkenini 1 arttır]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Değişkenler oyunlarda çok kullanılır:</a:t>
            </a:r>
          </a:p>
          <a:p>
            <a:pPr>
              <a:spcAft>
                <a:spcPts val="1000"/>
              </a:spcAft>
              <a:defRPr sz="1900"/>
            </a:pPr>
            <a:r>
              <a:t>Puan, can, seviye, zaman...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📊 Liste Kullanımı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Liste = Birden fazla değeri saklayan değişken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Liste Nedir?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Çok veri saklar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Sıralıdır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Örnek: İsimler listesi, Puanlar listesi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Liste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'Liste oluştur':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Yeni liste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'[Ahmet]'i [isimler]'e ekle':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Yeni eleman ekle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'[isimler]'in [1] elemanı':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Elemana eriş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'[isimler]'in uzunluğu':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Kaç eleman var?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'[isimler] içinde [Ahmet] var mı?':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Arama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Örnek: Rastgele İsim Seç</a:t>
            </a:r>
          </a:p>
          <a:p>
            <a:pPr>
              <a:spcAft>
                <a:spcPts val="1000"/>
              </a:spcAft>
              <a:defRPr sz="1900"/>
            </a:pPr>
            <a:r>
              <a:t>[isimler listesini oluştur]</a:t>
            </a:r>
          </a:p>
          <a:p>
            <a:pPr>
              <a:spcAft>
                <a:spcPts val="1000"/>
              </a:spcAft>
              <a:defRPr sz="1900"/>
            </a:pPr>
            <a:r>
              <a:t>[Ahmet'i ekle]</a:t>
            </a:r>
          </a:p>
          <a:p>
            <a:pPr>
              <a:spcAft>
                <a:spcPts val="1000"/>
              </a:spcAft>
              <a:defRPr sz="1900"/>
            </a:pPr>
            <a:r>
              <a:t>[Mehmet'i ekle]</a:t>
            </a:r>
          </a:p>
          <a:p>
            <a:pPr>
              <a:spcAft>
                <a:spcPts val="1000"/>
              </a:spcAft>
              <a:defRPr sz="1900"/>
            </a:pPr>
            <a:r>
              <a:t>[Ayşe'yi ekle]</a:t>
            </a:r>
          </a:p>
          <a:p>
            <a:pPr>
              <a:spcAft>
                <a:spcPts val="1000"/>
              </a:spcAft>
              <a:defRPr sz="1900"/>
            </a:pPr>
            <a:r>
              <a:t>[Rastgele 1 ile liste uzunluğu arasında sayı seç]</a:t>
            </a:r>
          </a:p>
          <a:p>
            <a:pPr>
              <a:spcAft>
                <a:spcPts val="1000"/>
              </a:spcAft>
              <a:defRPr sz="1900"/>
            </a:pPr>
            <a:r>
              <a:t>[O sıradaki ismi de]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Liste = Çok veri için kullanılır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➕ Operatörler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Operatörler = Matematik ve mantık işlemleri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Matematik Operatörleri: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+ [ ] (Toplama)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- [ ] (Çıkarma)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* [ ] (Çarpma)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/ [ ] (Bölme)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1 ile 10 arası rastgele sayı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Karşılaştırma: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&gt; [ ] (Büyüktür)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&lt; [ ] (Küçüktür)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= [ ] (Eşittir)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Mantık Operatörleri: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ve [ ] (AND)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veya [ ] (OR)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değil (NOT)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Metin Operatörleri: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 birleştir [ ] ('Merhaba' + 'Dünya')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]'in [ ] harfi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[ ]'in uzunluğu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Örnek: İki Sayıyı Topla</a:t>
            </a:r>
          </a:p>
          <a:p>
            <a:pPr>
              <a:spcAft>
                <a:spcPts val="1000"/>
              </a:spcAft>
              <a:defRPr sz="1900"/>
            </a:pPr>
            <a:r>
              <a:t>[Birinci sayıyı sor]</a:t>
            </a:r>
          </a:p>
          <a:p>
            <a:pPr>
              <a:spcAft>
                <a:spcPts val="1000"/>
              </a:spcAft>
              <a:defRPr sz="1900"/>
            </a:pPr>
            <a:r>
              <a:t>[İkinci sayıyı sor]</a:t>
            </a:r>
          </a:p>
          <a:p>
            <a:pPr>
              <a:spcAft>
                <a:spcPts val="1000"/>
              </a:spcAft>
              <a:defRPr sz="1900"/>
            </a:pPr>
            <a:r>
              <a:t>[Cevap1 + Cevap2'yi de]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🔍 Algılama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Algılama = Çevreyi algılamak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Algılama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 ] tuşuna basılı mı?':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Klavye kontrolü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'Fare tıklandı mı?':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Mouse kontrolü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'Fare x / y konumu':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Fare koordinatları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 ]'e değiyor mu?':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Çarpışma algılama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 ] rengine değiyor mu?':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Renk algılama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'[ ]'e olan uzaklık':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Mesafe ölçme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'Sor ve bekle':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Kullanıcıdan input al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🔹 'Cevap':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Kullanıcının cevabı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Örnek: Çarpışma Kontrolü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[Eğer [Duvar] sprite'ına değiyor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[Oyunu durdur]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🎯 Kendi Bloklarını Oluştur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Fonksiyon = Kendi komutunu yarat!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Neden Kullanılır?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Kod tekrarını önler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Düzenli kod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Karmaşık işleri basitleştirir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Nasıl Oluşturulur?</a:t>
            </a:r>
          </a:p>
          <a:p>
            <a:pPr>
              <a:spcAft>
                <a:spcPts val="1000"/>
              </a:spcAft>
              <a:defRPr sz="1900"/>
            </a:pPr>
            <a:r>
              <a:t>1️⃣ 'Kendi Bloklarım' kategorisi</a:t>
            </a:r>
          </a:p>
          <a:p>
            <a:pPr>
              <a:spcAft>
                <a:spcPts val="1000"/>
              </a:spcAft>
              <a:defRPr sz="1900"/>
            </a:pPr>
            <a:r>
              <a:t>2️⃣ 'Blok Oluştur' tıkla</a:t>
            </a:r>
          </a:p>
          <a:p>
            <a:pPr>
              <a:spcAft>
                <a:spcPts val="1000"/>
              </a:spcAft>
              <a:defRPr sz="1900"/>
            </a:pPr>
            <a:r>
              <a:t>3️⃣ İsim ver (örn: 'kare_ciz')</a:t>
            </a:r>
          </a:p>
          <a:p>
            <a:pPr>
              <a:spcAft>
                <a:spcPts val="1000"/>
              </a:spcAft>
              <a:defRPr sz="1900"/>
            </a:pPr>
            <a:r>
              <a:t>4️⃣ Bloğunu tanımla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Örnek: Kare Çizme Fonksiyonu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[tanımla kare_ciz]</a:t>
            </a:r>
          </a:p>
          <a:p>
            <a:pPr>
              <a:spcAft>
                <a:spcPts val="1000"/>
              </a:spcAft>
              <a:defRPr sz="1900"/>
            </a:pPr>
            <a:r>
              <a:t>[4 kez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[100 adım git]</a:t>
            </a:r>
          </a:p>
          <a:p>
            <a:pPr lvl="1">
              <a:spcAft>
                <a:spcPts val="1000"/>
              </a:spcAft>
              <a:defRPr sz="1700"/>
            </a:pPr>
            <a:r>
              <a:t>    [90 derece sağa dön]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[Yeşil bayrak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[kare_ciz]</a:t>
            </a:r>
          </a:p>
          <a:p>
            <a:pPr>
              <a:spcAft>
                <a:spcPts val="1000"/>
              </a:spcAft>
              <a:defRPr sz="1900"/>
            </a:pPr>
            <a:r>
              <a:t>[x: 100 y: 0 git]</a:t>
            </a:r>
          </a:p>
          <a:p>
            <a:pPr>
              <a:spcAft>
                <a:spcPts val="1000"/>
              </a:spcAft>
              <a:defRPr sz="1900"/>
            </a:pPr>
            <a:r>
              <a:t>[kare_ciz]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Parametreli fonksiyonlar da yapabilirsin!</a:t>
            </a:r>
          </a:p>
          <a:p>
            <a:pPr>
              <a:spcAft>
                <a:spcPts val="1000"/>
              </a:spcAft>
              <a:defRPr sz="1900"/>
            </a:pPr>
            <a:r>
              <a:t>Örnek: kare_ciz(boyut)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⚡ Fonksiyonlar = Profesyonel programlama!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🎮 Proje 1: Labirent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İlk oyununu yap: Labirent!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Oyun Mekanik: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Ok tuşları ile kontrol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Duvara çarparsa kaybeder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Hedefe ulaşırsa kazanır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🎯 Adımlar: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1️⃣ Sahne hazırla: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Labirent arka planı çiz (siyah duvarlar)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2️⃣ Sprite ekle: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Oyuncu karakteri (top, kedi, vs.)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3️⃣ Hareket kodu:</a:t>
            </a:r>
          </a:p>
          <a:p>
            <a:pPr>
              <a:spcAft>
                <a:spcPts val="1000"/>
              </a:spcAft>
              <a:defRPr sz="1900"/>
            </a:pPr>
            <a:r>
              <a:t>[Sağ ok'a basılı ise → x'i 5 arttır]</a:t>
            </a:r>
          </a:p>
          <a:p>
            <a:pPr>
              <a:spcAft>
                <a:spcPts val="1000"/>
              </a:spcAft>
              <a:defRPr sz="1900"/>
            </a:pPr>
            <a:r>
              <a:t>[Sol ok'a basılı ise → x'i 5 azalt]</a:t>
            </a:r>
          </a:p>
          <a:p>
            <a:pPr>
              <a:spcAft>
                <a:spcPts val="1000"/>
              </a:spcAft>
              <a:defRPr sz="1900"/>
            </a:pPr>
            <a:r>
              <a:t>[Yukarı ok'a basılı ise → y'i 5 arttır]</a:t>
            </a:r>
          </a:p>
          <a:p>
            <a:pPr>
              <a:spcAft>
                <a:spcPts val="1000"/>
              </a:spcAft>
              <a:defRPr sz="1900"/>
            </a:pPr>
            <a:r>
              <a:t>[Aşağı ok'a basılı ise → y'i 5 azalt]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4️⃣ Çarpışma kontrolü:</a:t>
            </a:r>
          </a:p>
          <a:p>
            <a:pPr>
              <a:spcAft>
                <a:spcPts val="1000"/>
              </a:spcAft>
              <a:defRPr sz="1900"/>
            </a:pPr>
            <a:r>
              <a:t>[Eğer siyah renge değiyor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[Başlangıç noktasına git]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5️⃣ Kazanma koşulu:</a:t>
            </a:r>
          </a:p>
          <a:p>
            <a:pPr>
              <a:spcAft>
                <a:spcPts val="1000"/>
              </a:spcAft>
              <a:defRPr sz="1900"/>
            </a:pPr>
            <a:r>
              <a:t>[Eğer yeşil renge değiyor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[Kazandın! de]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🏀 Proje 2: Top Sektirme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Klasik oyun: Top sektir!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Oyun Mekanik: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Top sürekli hareket eder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Raket ile sektir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Topu kaçırırsan kaybedersin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🎯 Gerekli Sprite'lar: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Top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Raket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Top Kodu:</a:t>
            </a:r>
          </a:p>
          <a:p>
            <a:pPr>
              <a:spcAft>
                <a:spcPts val="1000"/>
              </a:spcAft>
              <a:defRPr sz="1900"/>
            </a:pPr>
            <a:r>
              <a:t>[Yeşil bayrak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[90 derece yönel]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[10 adım git]</a:t>
            </a:r>
          </a:p>
          <a:p>
            <a:pPr lvl="1">
              <a:spcAft>
                <a:spcPts val="1000"/>
              </a:spcAft>
              <a:defRPr sz="1700"/>
            </a:pPr>
            <a:r>
              <a:t>    [Eğer kenara değiyor ise, sek]</a:t>
            </a:r>
          </a:p>
          <a:p>
            <a:pPr lvl="1">
              <a:spcAft>
                <a:spcPts val="1000"/>
              </a:spcAft>
              <a:defRPr sz="1700"/>
            </a:pPr>
            <a:r>
              <a:t>    [Eğer [Raket]'e değiyor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[y yönünde sek]</a:t>
            </a:r>
          </a:p>
          <a:p>
            <a:pPr lvl="1">
              <a:spcAft>
                <a:spcPts val="1000"/>
              </a:spcAft>
              <a:defRPr sz="1700"/>
            </a:pPr>
            <a:r>
              <a:t>    [Eğer y &lt; -170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[Kaybettin! de]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[Tümünü durdur]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Raket Kodu: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[x konumunu fare x konumu yap]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Geliştirmeler: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Puan sistemi ekle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Hız arttır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Engeller ekle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🍎 Proje 3: Meyve Yakalama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Yukarıdan düşen meyveleri yakala!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Oyun Mekanik: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Meyveler yukarıdan düşer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Sepet ile yakala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Puan kazan!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🎯 Sprite'lar: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Sepet (oyuncu)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Meyve (elma, muz, vs.)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Sepet Kodu:</a:t>
            </a:r>
          </a:p>
          <a:p>
            <a:pPr>
              <a:spcAft>
                <a:spcPts val="1000"/>
              </a:spcAft>
              <a:defRPr sz="1900"/>
            </a:pPr>
            <a:r>
              <a:t>[puan değişkeni = 0]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[x = fare x]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Meyve Kodu:</a:t>
            </a:r>
          </a:p>
          <a:p>
            <a:pPr>
              <a:spcAft>
                <a:spcPts val="1000"/>
              </a:spcAft>
              <a:defRPr sz="1900"/>
            </a:pPr>
            <a:r>
              <a:t>[Yeşil bayrak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[Rastgele x konumuna git, y = 180]</a:t>
            </a:r>
          </a:p>
          <a:p>
            <a:pPr lvl="1">
              <a:spcAft>
                <a:spcPts val="1000"/>
              </a:spcAft>
              <a:defRPr sz="1700"/>
            </a:pPr>
            <a:r>
              <a:t>    [... olana kadar tekrarla: y &lt; -180]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[y'yi 10 azalt]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[Eğer [Sepet]'e değiyor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    [puan'ı 1 arttır]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    [Bu betiği durdur]</a:t>
            </a:r>
          </a:p>
          <a:p>
            <a:pPr lvl="1">
              <a:spcAft>
                <a:spcPts val="1000"/>
              </a:spcAft>
              <a:defRPr sz="1700"/>
            </a:pPr>
            <a:r>
              <a:t>    [Klon oluştur]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Klonlama = Çok meyve oluştur!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⚡ Geliştirme: Bomba ekle, kaçırırsan can kaybedersin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🐍 Proje 4: Yılan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Klasik Snake oyunu!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Oyun Mekanik: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Yılan hareket eder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Yemi ye, büyü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Kendine çarparsa kaybedersin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🎯 Bu proje biraz zor! Adım adım: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1️⃣ Baş sprite'ı hareket ettir (ok tuşları)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2️⃣ Her hareket sonrası: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Pozisyonu listeye ekle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3️⃣ Vücut segmentleri: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Klonlar oluştur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Liste'deki pozisyonları takip et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4️⃣ Yem sistemi: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Rastgele yem oluştur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Yenirse puan arttır ve yılan büyüsün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5️⃣ Kaybetme koşulu: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Kendine değerse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Duvara çarparsa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Bu proje ileri seviye!</a:t>
            </a:r>
          </a:p>
          <a:p>
            <a:pPr>
              <a:spcAft>
                <a:spcPts val="1000"/>
              </a:spcAft>
              <a:defRPr sz="1900"/>
            </a:pPr>
            <a:r>
              <a:t>Liste ve klonlama kullanır.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🎨 Proje 5: Çizim Uygulaması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Paint benzeri çizim uygulaması!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Özellikler: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Fare ile çiz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Renk seç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Kalınlık ayarla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Temizle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🎯 Nasıl Yapılır?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Çizim Kodu:</a:t>
            </a:r>
          </a:p>
          <a:p>
            <a:pPr>
              <a:spcAft>
                <a:spcPts val="1000"/>
              </a:spcAft>
              <a:defRPr sz="1900"/>
            </a:pPr>
            <a:r>
              <a:t>[Yeşil bayrak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[Kalemi kaldır]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[Fare x, fare y konumuna git]</a:t>
            </a:r>
          </a:p>
          <a:p>
            <a:pPr lvl="1">
              <a:spcAft>
                <a:spcPts val="1000"/>
              </a:spcAft>
              <a:defRPr sz="1700"/>
            </a:pPr>
            <a:r>
              <a:t>    [Eğer fare tıklandı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[Kalemi indir]</a:t>
            </a:r>
          </a:p>
          <a:p>
            <a:pPr lvl="1">
              <a:spcAft>
                <a:spcPts val="1000"/>
              </a:spcAft>
              <a:defRPr sz="1700"/>
            </a:pPr>
            <a:r>
              <a:t>    [Değilse]</a:t>
            </a:r>
          </a:p>
          <a:p>
            <a:pPr lvl="1">
              <a:spcAft>
                <a:spcPts val="1000"/>
              </a:spcAft>
              <a:defRPr sz="1700"/>
            </a:pPr>
            <a:r>
              <a:t>        [Kalemi kaldır]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Renk Değiştirme:</a:t>
            </a:r>
          </a:p>
          <a:p>
            <a:pPr>
              <a:spcAft>
                <a:spcPts val="1000"/>
              </a:spcAft>
              <a:defRPr sz="1900"/>
            </a:pPr>
            <a:r>
              <a:t>[Kırmızı sprite'a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[Kalem rengini kırmızı yap]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Temizleme:</a:t>
            </a:r>
          </a:p>
          <a:p>
            <a:pPr>
              <a:spcAft>
                <a:spcPts val="1000"/>
              </a:spcAft>
              <a:defRPr sz="1900"/>
            </a:pPr>
            <a:r>
              <a:t>[C tuşuna basıldığında]</a:t>
            </a:r>
          </a:p>
          <a:p>
            <a:pPr>
              <a:spcAft>
                <a:spcPts val="1000"/>
              </a:spcAft>
              <a:defRPr sz="1900"/>
            </a:pPr>
            <a:r>
              <a:t>[Hepsini temizle]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Kalem uzantısı kullan!</a:t>
            </a:r>
          </a:p>
          <a:p>
            <a:pPr>
              <a:spcAft>
                <a:spcPts val="1000"/>
              </a:spcAft>
              <a:defRPr sz="1900"/>
            </a:pPr>
            <a:r>
              <a:t>Ek → Kalem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🎤 Proje 6: Quiz Oyunu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İnteraktif soru-cevap oyunu!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Oyun Mekanik: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Soru sor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Cevap al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Doğru/Yanlış kontrol et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Puan ver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Basit Quiz Kodu:</a:t>
            </a:r>
          </a:p>
          <a:p>
            <a:pPr>
              <a:spcAft>
                <a:spcPts val="1000"/>
              </a:spcAft>
              <a:defRPr sz="1900"/>
            </a:pPr>
            <a:r>
              <a:t>[puan = 0]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[Türkiye'nin başkenti? sor ve bekle]</a:t>
            </a:r>
          </a:p>
          <a:p>
            <a:pPr>
              <a:spcAft>
                <a:spcPts val="1000"/>
              </a:spcAft>
              <a:defRPr sz="1900"/>
            </a:pPr>
            <a:r>
              <a:t>[Eğer cevap = Ankara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[Doğru! de]</a:t>
            </a:r>
          </a:p>
          <a:p>
            <a:pPr lvl="1">
              <a:spcAft>
                <a:spcPts val="1000"/>
              </a:spcAft>
              <a:defRPr sz="1700"/>
            </a:pPr>
            <a:r>
              <a:t>    [puan'ı 1 arttır]</a:t>
            </a:r>
          </a:p>
          <a:p>
            <a:pPr>
              <a:spcAft>
                <a:spcPts val="1000"/>
              </a:spcAft>
              <a:defRPr sz="1900"/>
            </a:pPr>
            <a:r>
              <a:t>[Değilse]</a:t>
            </a:r>
          </a:p>
          <a:p>
            <a:pPr lvl="1">
              <a:spcAft>
                <a:spcPts val="1000"/>
              </a:spcAft>
              <a:defRPr sz="1700"/>
            </a:pPr>
            <a:r>
              <a:t>    [Yanlış! de]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[2+2 kaç? sor ve bekle]</a:t>
            </a:r>
          </a:p>
          <a:p>
            <a:pPr>
              <a:spcAft>
                <a:spcPts val="1000"/>
              </a:spcAft>
              <a:defRPr sz="1900"/>
            </a:pPr>
            <a:r>
              <a:t>[Eğer cevap = 4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[Doğru! de]</a:t>
            </a:r>
          </a:p>
          <a:p>
            <a:pPr lvl="1">
              <a:spcAft>
                <a:spcPts val="1000"/>
              </a:spcAft>
              <a:defRPr sz="1700"/>
            </a:pPr>
            <a:r>
              <a:t>    [puan'ı 1 arttır]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[Puanın: ... puan de]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Geliştirme: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Soruları listeye koy</a:t>
            </a:r>
          </a:p>
          <a:p>
            <a:pPr lvl="1">
              <a:spcAft>
                <a:spcPts val="1000"/>
              </a:spcAft>
              <a:defRPr sz="1700"/>
            </a:pPr>
            <a:r>
              <a:t>    • Şıklı sorular yap</a:t>
            </a:r>
          </a:p>
          <a:p>
            <a:pPr lvl="1">
              <a:spcAft>
                <a:spcPts val="1000"/>
              </a:spcAft>
              <a:defRPr sz="1700"/>
            </a:pPr>
            <a:r>
              <a:t>    • Zamanlayıcı ekle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🎵 Müzik ve Efektler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Oyununu müzik ve ses efektleri ile canlandır!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Müzik Ekleme: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Sesler sekmesi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Kütüphaneden müzik seç</a:t>
            </a:r>
          </a:p>
          <a:p>
            <a:pPr lvl="1">
              <a:spcAft>
                <a:spcPts val="1000"/>
              </a:spcAft>
              <a:defRPr sz="1700"/>
            </a:pPr>
            <a:r>
              <a:t>    • Loop (döngü) yap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Arka Plan Müziği:</a:t>
            </a:r>
          </a:p>
          <a:p>
            <a:pPr>
              <a:spcAft>
                <a:spcPts val="1000"/>
              </a:spcAft>
              <a:defRPr sz="1900"/>
            </a:pPr>
            <a:r>
              <a:t>[Yeşil bayrak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t>    [... müziğini çal ve bekle]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Ses Efektleri: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Zıplama sesi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Puan kazanma sesi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Kaybetme sesi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📌 Örnek:</a:t>
            </a:r>
          </a:p>
          <a:p>
            <a:pPr>
              <a:spcAft>
                <a:spcPts val="1000"/>
              </a:spcAft>
              <a:defRPr sz="1900"/>
            </a:pPr>
            <a:r>
              <a:t>[Eğer [Elma]'ya değiyor ise]</a:t>
            </a:r>
          </a:p>
          <a:p>
            <a:pPr lvl="1">
              <a:spcAft>
                <a:spcPts val="1000"/>
              </a:spcAft>
              <a:defRPr sz="1700"/>
            </a:pPr>
            <a:r>
              <a:t>    [Chomp sesini çal]</a:t>
            </a:r>
          </a:p>
          <a:p>
            <a:pPr lvl="1">
              <a:spcAft>
                <a:spcPts val="1000"/>
              </a:spcAft>
              <a:defRPr sz="1700"/>
            </a:pPr>
            <a:r>
              <a:t>    [puan'ı 1 arttır]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Kendi Ses Kaydı: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Mikrofon simgesine tıkla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 kaydet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Oyunda kullan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🎶 Müzik oyunu daha eğlenceli yapar!</a:t>
            </a:r>
          </a:p>
          <a:p>
            <a:pPr>
              <a:spcAft>
                <a:spcPts val="1000"/>
              </a:spcAft>
              <a:defRPr sz="1900"/>
            </a:pPr>
            <a:r>
              <a:t>Ancak çok fazla ses kullanma, rahatsız edebilir.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📤 Projeyi Paylaşma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Projen hazır! Şimdi paylaşma zamanı!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Scratch'te Paylaşma: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1️⃣ Hesabına giriş yap: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scratch.mit.edu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2️⃣ Paylaş butonuna tıkla: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Sağ üstteki turuncu buton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3️⃣ Bilgileri doldur: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Proje adı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Açıklama</a:t>
            </a:r>
          </a:p>
          <a:p>
            <a:pPr lvl="1">
              <a:spcAft>
                <a:spcPts val="1000"/>
              </a:spcAft>
              <a:defRPr sz="1700"/>
            </a:pPr>
            <a:r>
              <a:t>    • Nasıl oynanır?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4️⃣ Link'i kopyala: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Arkadaşlarınla paylaş!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Scratch Topluluğu: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Başkalarının projelerini gör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Beğen, yorum yap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Remix yap (değiştir)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Remix Kültürü:</a:t>
            </a:r>
          </a:p>
          <a:p>
            <a:pPr>
              <a:spcAft>
                <a:spcPts val="1000"/>
              </a:spcAft>
              <a:defRPr sz="1900"/>
            </a:pPr>
            <a:r>
              <a:t>Scratch'te remix yapmak teşvik edilir!</a:t>
            </a:r>
          </a:p>
          <a:p>
            <a:pPr>
              <a:spcAft>
                <a:spcPts val="1000"/>
              </a:spcAft>
              <a:defRPr sz="1900"/>
            </a:pPr>
            <a:r>
              <a:t>Başkasının projesini al, geliştir, paylaş.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⚠️ Dikkat: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Saygılı ol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Kredi ver (kim yaptıysa belirt)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🏆 Final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Şimdi kendi oyununu tasarla!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🎯 Proje Gereksinimleri: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Zorunlu Özellikler: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En az 2 sprite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Kullanıcı kontrolü (klavye/fare)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Puan sistemi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Ses efektleri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Başlangıç ve bitiş ekranı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Kullanılması Gereken Bloklar: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Döngüler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Koşullar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Değişkenler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Olaylar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Proje Fikirleri: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Platform oyunu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Yarış oyunu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Bulmaca oyunu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Simülasyon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Hikaye anlatımı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📅 Süreç:</a:t>
            </a:r>
          </a:p>
          <a:p>
            <a:pPr>
              <a:spcAft>
                <a:spcPts val="1000"/>
              </a:spcAft>
              <a:defRPr sz="1900"/>
            </a:pPr>
            <a:r>
              <a:t>1️⃣ Fikir (1 gün)</a:t>
            </a:r>
          </a:p>
          <a:p>
            <a:pPr>
              <a:spcAft>
                <a:spcPts val="1000"/>
              </a:spcAft>
              <a:defRPr sz="1900"/>
            </a:pPr>
            <a:r>
              <a:t>2️⃣ Planlama (1 gün)</a:t>
            </a:r>
          </a:p>
          <a:p>
            <a:pPr>
              <a:spcAft>
                <a:spcPts val="1000"/>
              </a:spcAft>
              <a:defRPr sz="1900"/>
            </a:pPr>
            <a:r>
              <a:t>3️⃣ Kodlama (1 hafta)</a:t>
            </a:r>
          </a:p>
          <a:p>
            <a:pPr>
              <a:spcAft>
                <a:spcPts val="1000"/>
              </a:spcAft>
              <a:defRPr sz="1900"/>
            </a:pPr>
            <a:r>
              <a:t>4️⃣ Test (1 gün)</a:t>
            </a:r>
          </a:p>
          <a:p>
            <a:pPr>
              <a:spcAft>
                <a:spcPts val="1000"/>
              </a:spcAft>
              <a:defRPr sz="1900"/>
            </a:pPr>
            <a:r>
              <a:t>5️⃣ Sunum (1 gün)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öğrendik? (Çok şey!)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✅ Scratch temelleri ve arayüz</a:t>
            </a:r>
          </a:p>
          <a:p>
            <a:pPr>
              <a:spcAft>
                <a:spcPts val="1000"/>
              </a:spcAft>
              <a:defRPr sz="1900" b="1"/>
            </a:pPr>
            <a:r>
              <a:t>✅ Sprite, sahne, koordinat sistemi</a:t>
            </a:r>
          </a:p>
          <a:p>
            <a:pPr>
              <a:spcAft>
                <a:spcPts val="1000"/>
              </a:spcAft>
              <a:defRPr sz="1900" b="1"/>
            </a:pPr>
            <a:r>
              <a:t>✅ Hareket, görünüm, ses blokları</a:t>
            </a:r>
          </a:p>
          <a:p>
            <a:pPr>
              <a:spcAft>
                <a:spcPts val="1000"/>
              </a:spcAft>
              <a:defRPr sz="1900" b="1"/>
            </a:pPr>
            <a:r>
              <a:t>✅ Olaylar ve kullanıcı etkileşimi</a:t>
            </a:r>
          </a:p>
          <a:p>
            <a:pPr>
              <a:spcAft>
                <a:spcPts val="1000"/>
              </a:spcAft>
              <a:defRPr sz="1900" b="1"/>
            </a:pPr>
            <a:r>
              <a:t>✅ Döngüler (tekrar) ve koşullar (if-else)</a:t>
            </a:r>
          </a:p>
          <a:p>
            <a:pPr>
              <a:spcAft>
                <a:spcPts val="1000"/>
              </a:spcAft>
              <a:defRPr sz="1900" b="1"/>
            </a:pPr>
            <a:r>
              <a:t>✅ Değişkenler ve listeler</a:t>
            </a:r>
          </a:p>
          <a:p>
            <a:pPr>
              <a:spcAft>
                <a:spcPts val="1000"/>
              </a:spcAft>
              <a:defRPr sz="1900" b="1"/>
            </a:pPr>
            <a:r>
              <a:t>✅ Operatörler (matematik, mantık)</a:t>
            </a:r>
          </a:p>
          <a:p>
            <a:pPr>
              <a:spcAft>
                <a:spcPts val="1000"/>
              </a:spcAft>
              <a:defRPr sz="1900" b="1"/>
            </a:pPr>
            <a:r>
              <a:t>✅ Algılama (çarpışma, tuş kontrolü)</a:t>
            </a:r>
          </a:p>
          <a:p>
            <a:pPr>
              <a:spcAft>
                <a:spcPts val="1000"/>
              </a:spcAft>
              <a:defRPr sz="1900" b="1"/>
            </a:pPr>
            <a:r>
              <a:t>✅ Kendi bloklarını oluşturma</a:t>
            </a:r>
          </a:p>
          <a:p>
            <a:pPr>
              <a:spcAft>
                <a:spcPts val="1000"/>
              </a:spcAft>
              <a:defRPr sz="1900" b="1"/>
            </a:pPr>
            <a:r>
              <a:t>✅ 6 farklı proje (labirent, top sektirme, meyve yakalama, yılan, çizim, quiz)</a:t>
            </a:r>
          </a:p>
          <a:p>
            <a:pPr>
              <a:spcAft>
                <a:spcPts val="1000"/>
              </a:spcAft>
              <a:defRPr sz="1900" b="1"/>
            </a:pPr>
            <a:r>
              <a:t>✅ Müzik ve ses efektleri</a:t>
            </a:r>
          </a:p>
          <a:p>
            <a:pPr>
              <a:spcAft>
                <a:spcPts val="1000"/>
              </a:spcAft>
              <a:defRPr sz="1900" b="1"/>
            </a:pPr>
            <a:r>
              <a:t>✅ Proje paylaşma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Anahtar Mesaj:</a:t>
            </a:r>
          </a:p>
          <a:p>
            <a:pPr>
              <a:spcAft>
                <a:spcPts val="1000"/>
              </a:spcAft>
              <a:defRPr sz="1900"/>
            </a:pPr>
            <a:r>
              <a:t>Artık kendi oyunlarını programlayabilirsin!</a:t>
            </a:r>
          </a:p>
          <a:p>
            <a:pPr>
              <a:spcAft>
                <a:spcPts val="1000"/>
              </a:spcAft>
              <a:defRPr sz="1900"/>
            </a:pPr>
            <a:r>
              <a:t>Hayal gücün sınır!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🎯 Sen artık bir Scratch programcısısın!</a:t>
            </a:r>
          </a:p>
          <a:p>
            <a:pPr>
              <a:spcAft>
                <a:spcPts val="1000"/>
              </a:spcAft>
              <a:defRPr sz="1900"/>
            </a:pPr>
            <a:r>
              <a:t>🎮 Kendi oyununu yap ve dünyaya göster!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667EEA"/>
                </a:solidFill>
              </a:defRPr>
            </a:pPr>
            <a:r>
              <a:t>📚 Kaynaklar ve İleri Öğrenim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🎥 İzlenecek Videolar: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'Scratch Tutorials' - YouTube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'Griffpatch' kanalı - İleri seviye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'Scratch Team' resmi kanalı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🌐 Keşfedilecek Siteler: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https://scratch.mit.edu - Ana site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https://scratch.mit.edu/explore - Projeler</a:t>
            </a:r>
          </a:p>
          <a:p>
            <a:pPr lvl="1">
              <a:spcAft>
                <a:spcPts val="1000"/>
              </a:spcAft>
              <a:defRPr sz="1700"/>
            </a:pPr>
            <a:r>
              <a:t>    • https://en.scratch-wiki.info - Detaylı bilgi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📖 Yapılacak Projeler: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Flappy Bird benzeri oyun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Kendi kahramanınla RPG oyunu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Müzik yapma uygulaması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Matematik oyunu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⬆️ İleri Seviye: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Klonlama tekniği</a:t>
            </a:r>
          </a:p>
          <a:p>
            <a:pPr lvl="1">
              <a:spcAft>
                <a:spcPts val="1000"/>
              </a:spcAft>
              <a:defRPr sz="1700"/>
            </a:pPr>
            <a:r>
              <a:t>    • Bulut değişkenleri (çok oyunculu)</a:t>
            </a:r>
          </a:p>
          <a:p>
            <a:pPr lvl="1">
              <a:spcAft>
                <a:spcPts val="1000"/>
              </a:spcAft>
              <a:defRPr sz="1700"/>
            </a:pPr>
            <a:r>
              <a:t>    • Video algılama uzantısı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Scratch'ten sonra: Python, JavaScript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 b="1"/>
            </a:pPr>
            <a:r>
              <a:t>💡 Programlamaya devam et!</a:t>
            </a:r>
          </a:p>
          <a:p>
            <a:pPr>
              <a:spcAft>
                <a:spcPts val="1000"/>
              </a:spcAft>
              <a:defRPr sz="1900"/>
            </a:pPr>
            <a:r>
              <a:t>Her gün biraz kod yaz, her gün gelişirsin!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6 ve 5. Sınıf Tamamlandı - Artık Bir Programcısın!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