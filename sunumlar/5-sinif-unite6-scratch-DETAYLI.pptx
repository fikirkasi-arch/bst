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'Scratch ile Tanışalım' - Giriş videosu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Döngü mantığı şeması</a:t>
            </a:r>
          </a:p>
          <a:p>
            <a:r>
              <a:t>🎬 Video: Döngüler Scratch'te nasıl kullanılır?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  <a:p>
            <a:r>
              <a:t>📸 Görsel: Değişken kavramı görselleştirmesi</a:t>
            </a:r>
          </a:p>
          <a:p>
            <a:r>
              <a:t>🎬 Video: Scratch'te değişken kullanımı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Gösterim: scratch.mit.edu sitesine girin, anasayfayı tanıtın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Gösterim: Scratch'i açın, her bölümü gösterin. Öğrencilere hesap açtırın.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Her blok kategorisinden birkaç tane gösterin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Döngü mantığı şeması</a:t>
            </a:r>
          </a:p>
          <a:p>
            <a:r>
              <a:t>🎬 Video: Döngüler Scratch'te nasıl kullanılır?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  <a:p>
            <a:r>
              <a:t>📸 Görsel: Değişken kavramı görselleştirmesi</a:t>
            </a:r>
          </a:p>
          <a:p>
            <a:r>
              <a:t>🎬 Video: Scratch'te değişken kullanımı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Gösterim: Sprite ekleme, silme, düzenleme işlemlerini gösterin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kare çizdirin. Sonra üçgen çizmeyi deneyin.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Çeşitli giriş aygıtları (klavye, fare, mikrofon, kamera)</a:t>
            </a:r>
          </a:p>
          <a:p>
            <a:r>
              <a:t>🎬 Video: Giriş aygıtlarının nasıl çalıştığını gösteren animasyon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  <a:p>
            <a:r>
              <a:t>📸 Görsel: Döngü mantığı şeması</a:t>
            </a:r>
          </a:p>
          <a:p>
            <a:r>
              <a:t>🎬 Video: Döngüler Scratch'te nasıl kullanılır?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Gösterim: Konuşma balonu, kostüm değiştirme gösterin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Gösterim: Ses ekleme ve çalma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Döngü mantığı şeması</a:t>
            </a:r>
          </a:p>
          <a:p>
            <a:r>
              <a:t>🎬 Video: Döngüler Scratch'te nasıl kullanılır?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Ok tuşları ile kedi hareket ettirin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Çeşitli giriş aygıtları (klavye, fare, mikrofon, kamera)</a:t>
            </a:r>
          </a:p>
          <a:p>
            <a:r>
              <a:t>🎬 Video: Giriş aygıtlarının nasıl çalıştığını gösteren animasyon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Farklı şekiller çizdirin (üçgen, beşgen, altıgen)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  <a:p>
            <a:r>
              <a:t>📸 Görsel: Döngü mantığı şeması</a:t>
            </a:r>
          </a:p>
          <a:p>
            <a:r>
              <a:t>🎬 Video: Döngüler Scratch'te nasıl kullanılır?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'Kenara çarparsa sek' programı yazın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Çeşitli giriş aygıtları (klavye, fare, mikrofon, kamera)</a:t>
            </a:r>
          </a:p>
          <a:p>
            <a:r>
              <a:t>🎬 Video: Giriş aygıtlarının nasıl çalıştığını gösteren animasyon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'Puan' değişkeni oluşturun, tıklayınca artsın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Döngü mantığı şeması</a:t>
            </a:r>
          </a:p>
          <a:p>
            <a:r>
              <a:t>🎬 Video: Döngüler Scratch'te nasıl kullanılır?</a:t>
            </a:r>
          </a:p>
          <a:p>
            <a:r>
              <a:t>📸 Görsel: Değişken kavramı görselleştirmesi</a:t>
            </a:r>
          </a:p>
          <a:p>
            <a:r>
              <a:t>🎬 Video: Scratch'te değişken kullanımı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Örnek: Basit bir quiz yapın, sorular listede saklansın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Değişken kavramı görselleştirmesi</a:t>
            </a:r>
          </a:p>
          <a:p>
            <a:r>
              <a:t>🎬 Video: Scratch'te değişken kullanımı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Basit hesap makinesi yapın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Konuyla ilgili görsel içerik eklenebilir</a:t>
            </a:r>
          </a:p>
          <a:p>
            <a:r>
              <a:t>💡 İlgili ekran görüntüleri veya şemalar eklenebilir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Sprite'a dokunulunca ses çıkarsın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Çeşitli giriş aygıtları (klavye, fare, mikrofon, kamera)</a:t>
            </a:r>
          </a:p>
          <a:p>
            <a:r>
              <a:t>🎬 Video: Giriş aygıtlarının nasıl çalıştığını gösteren animasyon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Döngü mantığı şeması</a:t>
            </a:r>
          </a:p>
          <a:p>
            <a:r>
              <a:t>🎬 Video: Döngüler Scratch'te nasıl kullanılır?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'Yıldız çiz' fonksiyonu oluşturun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  <a:p>
            <a:r>
              <a:t>📸 Görsel: Döngü mantığı şeması</a:t>
            </a:r>
          </a:p>
          <a:p>
            <a:r>
              <a:t>🎬 Video: Döngüler Scratch'te nasıl kullanılır?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Proje: Öğrenciler kendi labirentlerini tasarlasın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Proje: Öğrenciler oyunu geliştirsin (tuğlalar, seviyeler)</a:t>
            </a:r>
          </a:p>
          <a:p/>
          <a:p>
            <a:r>
              <a:t>🎨 GÖRSELLEŞTİRME ÖNERİLERİ:</a:t>
            </a:r>
          </a:p>
          <a:p/>
          <a:p>
            <a:r>
              <a:t>📸 Görsel: Çeşitli giriş aygıtları (klavye, fare, mikrofon, kamera)</a:t>
            </a:r>
          </a:p>
          <a:p>
            <a:r>
              <a:t>🎬 Video: Giriş aygıtlarının nasıl çalıştığını gösteren animasyon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  <a:p>
            <a:r>
              <a:t>📸 Görsel: Döngü mantığı şeması</a:t>
            </a:r>
          </a:p>
          <a:p>
            <a:r>
              <a:t>🎬 Video: Döngüler Scratch'te nasıl kullanılır?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Proje: Öğrenciler tema değiştirsin (uzay, deniz altı, vs.)</a:t>
            </a:r>
          </a:p>
          <a:p/>
          <a:p>
            <a:r>
              <a:t>🎨 GÖRSELLEŞTİRME ÖNERİLERİ:</a:t>
            </a:r>
          </a:p>
          <a:p/>
          <a:p>
            <a:r>
              <a:t>📸 Görsel: Çeşitli giriş aygıtları (klavye, fare, mikrofon, kamera)</a:t>
            </a:r>
          </a:p>
          <a:p>
            <a:r>
              <a:t>🎬 Video: Giriş aygıtlarının nasıl çalıştığını gösteren animasyon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Döngü mantığı şeması</a:t>
            </a:r>
          </a:p>
          <a:p>
            <a:r>
              <a:t>🎬 Video: Döngüler Scratch'te nasıl kullanılır?</a:t>
            </a:r>
          </a:p>
          <a:p>
            <a:r>
              <a:t>📸 Görsel: Değişken kavramı görselleştirmesi</a:t>
            </a:r>
          </a:p>
          <a:p>
            <a:r>
              <a:t>🎬 Video: Scratch'te değişken kullanımı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Proje: Öğrencilere yardım edin, birlikte kodlayın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Proje: Damga, şekil çizme ekleyin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Çeşitli giriş aygıtları (klavye, fare, mikrofon, kamera)</a:t>
            </a:r>
          </a:p>
          <a:p>
            <a:r>
              <a:t>🎬 Video: Giriş aygıtlarının nasıl çalıştığını gösteren animasyon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Döngü mantığı şeması</a:t>
            </a:r>
          </a:p>
          <a:p>
            <a:r>
              <a:t>🎬 Video: Döngüler Scratch'te nasıl kullanılır?</a:t>
            </a:r>
          </a:p>
          <a:p>
            <a:r>
              <a:t>📸 Görsel: Paint araçları ekran görüntüsü</a:t>
            </a:r>
          </a:p>
          <a:p>
            <a:r>
              <a:t>🎬 Video: Paint ile basit çizim teknikleri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Proje: 10 soruluk bilgi yarışması yapın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Her projeye uygun müzik ve ses ekleyin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Döngü mantığı şeması</a:t>
            </a:r>
          </a:p>
          <a:p>
            <a:r>
              <a:t>🎬 Video: Döngüler Scratch'te nasıl kullanılır?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Öğrencilerin projelerini Scratch'te paylaşın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 öğrenci kendi projesini planlasın, onaylayın, sonra kodlamaya başlasın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Çeşitli giriş aygıtları (klavye, fare, mikrofon, kamera)</a:t>
            </a:r>
          </a:p>
          <a:p>
            <a:r>
              <a:t>🎬 Video: Giriş aygıtlarının nasıl çalıştığını gösteren animasyon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Döngü mantığı şeması</a:t>
            </a:r>
          </a:p>
          <a:p>
            <a:r>
              <a:t>🎬 Video: Döngüler Scratch'te nasıl kullanılır?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  <a:p>
            <a:r>
              <a:t>📸 Görsel: Değişken kavramı görselleştirmesi</a:t>
            </a:r>
          </a:p>
          <a:p>
            <a:r>
              <a:t>🎬 Video: Scratch'te değişken kullanımı</a:t>
            </a:r>
          </a:p>
          <a:p>
            <a:r>
              <a:t>📸 Görsel: PowerPoint arayüzü ve araçları</a:t>
            </a:r>
          </a:p>
          <a:p>
            <a:r>
              <a:t>🎬 Video: Etkili sunum hazırlama ipuçları</a:t>
            </a:r>
          </a:p>
          <a:p>
            <a:r>
              <a:t>💡 Ekran kaydı: PowerPoint temel özellikler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yapın ve tüm üniteyi değerlendirin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Döngü mantığı şeması</a:t>
            </a:r>
          </a:p>
          <a:p>
            <a:r>
              <a:t>🎬 Video: Döngüler Scratch'te nasıl kullanılır?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  <a:p>
            <a:r>
              <a:t>📸 Görsel: Değişken kavramı görselleştirmesi</a:t>
            </a:r>
          </a:p>
          <a:p>
            <a:r>
              <a:t>🎬 Video: Scratch'te değişken kullanımı</a:t>
            </a:r>
          </a:p>
          <a:p>
            <a:r>
              <a:t>📸 Görsel: Paint araçları ekran görüntüsü</a:t>
            </a:r>
          </a:p>
          <a:p>
            <a:r>
              <a:t>🎬 Video: Paint ile basit çizim teknikleri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Tüm kaynakları önceden inceleyin ve öğrencilere yol gösterin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  <a:p>
            <a:r>
              <a:t>📸 Görsel: Değişken kavramı görselleştirmesi</a:t>
            </a:r>
          </a:p>
          <a:p>
            <a:r>
              <a:t>🎬 Video: Scratch'te değişken kullanımı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ÜNİTE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Scratch ile Programlama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📚 Ünitenin Konuları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600"/>
              <a:t>Bu ünitede neler öğreneceğiz? (14 Hafta!)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600"/>
              <a:t>✅ 1. Scratch Nedir? Giriş</a:t>
            </a:r>
          </a:p>
          <a:p>
            <a:pPr>
              <a:spcAft>
                <a:spcPts val="1000"/>
              </a:spcAft>
              <a:defRPr sz="1900" b="1"/>
            </a:pPr>
            <a:r>
              <a:rPr sz="1600"/>
              <a:t>✅ 2. Scratch Arayüzü</a:t>
            </a:r>
          </a:p>
          <a:p>
            <a:pPr>
              <a:spcAft>
                <a:spcPts val="1000"/>
              </a:spcAft>
              <a:defRPr sz="1900" b="1"/>
            </a:pPr>
            <a:r>
              <a:rPr sz="1600"/>
              <a:t>✅ 3. Blok Türleri</a:t>
            </a:r>
          </a:p>
          <a:p>
            <a:pPr>
              <a:spcAft>
                <a:spcPts val="1000"/>
              </a:spcAft>
              <a:defRPr sz="1900" b="1"/>
            </a:pPr>
            <a:r>
              <a:rPr sz="1600"/>
              <a:t>✅ 4. Sprite (Karakter) ve Sahne</a:t>
            </a:r>
          </a:p>
          <a:p>
            <a:pPr>
              <a:spcAft>
                <a:spcPts val="1000"/>
              </a:spcAft>
              <a:defRPr sz="1900" b="1"/>
            </a:pPr>
            <a:r>
              <a:rPr sz="1600"/>
              <a:t>✅ 5. Hareket Blokları</a:t>
            </a:r>
          </a:p>
          <a:p>
            <a:pPr>
              <a:spcAft>
                <a:spcPts val="1000"/>
              </a:spcAft>
              <a:defRPr sz="1900" b="1"/>
            </a:pPr>
            <a:r>
              <a:rPr sz="1600"/>
              <a:t>✅ 6. Görünüm Blokları</a:t>
            </a:r>
          </a:p>
          <a:p>
            <a:pPr>
              <a:spcAft>
                <a:spcPts val="1000"/>
              </a:spcAft>
              <a:defRPr sz="1900" b="1"/>
            </a:pPr>
            <a:r>
              <a:rPr sz="1600"/>
              <a:t>✅ 7. Ses Blokları</a:t>
            </a:r>
          </a:p>
          <a:p>
            <a:pPr>
              <a:spcAft>
                <a:spcPts val="1000"/>
              </a:spcAft>
              <a:defRPr sz="1900" b="1"/>
            </a:pPr>
            <a:r>
              <a:rPr sz="1600"/>
              <a:t>✅ 8. Olaylar (Events)</a:t>
            </a:r>
          </a:p>
          <a:p>
            <a:pPr>
              <a:spcAft>
                <a:spcPts val="1000"/>
              </a:spcAft>
              <a:defRPr sz="1900" b="1"/>
            </a:pPr>
            <a:r>
              <a:rPr sz="1600"/>
              <a:t>✅ 9. Kontrol Yapıları (Döngüler, Koşullar)</a:t>
            </a:r>
          </a:p>
          <a:p>
            <a:pPr>
              <a:spcAft>
                <a:spcPts val="1000"/>
              </a:spcAft>
              <a:defRPr sz="1900" b="1"/>
            </a:pPr>
            <a:r>
              <a:rPr sz="1600"/>
              <a:t>✅ 10. Değişkenler</a:t>
            </a:r>
          </a:p>
          <a:p>
            <a:pPr>
              <a:spcAft>
                <a:spcPts val="1000"/>
              </a:spcAft>
              <a:defRPr sz="1900" b="1"/>
            </a:pPr>
            <a:r>
              <a:rPr sz="1600"/>
              <a:t>✅ 11. Liste Kullanımı</a:t>
            </a:r>
          </a:p>
          <a:p>
            <a:pPr>
              <a:spcAft>
                <a:spcPts val="1000"/>
              </a:spcAft>
              <a:defRPr sz="1900" b="1"/>
            </a:pPr>
            <a:r>
              <a:rPr sz="1600"/>
              <a:t>✅ 12. Operatörler (Matematik, Mantık)</a:t>
            </a:r>
          </a:p>
          <a:p>
            <a:pPr>
              <a:spcAft>
                <a:spcPts val="1000"/>
              </a:spcAft>
              <a:defRPr sz="1900" b="1"/>
            </a:pPr>
            <a:r>
              <a:rPr sz="1600"/>
              <a:t>✅ 13. Kendi Bloklarını Oluşturma</a:t>
            </a:r>
          </a:p>
          <a:p>
            <a:pPr>
              <a:spcAft>
                <a:spcPts val="1000"/>
              </a:spcAft>
              <a:defRPr sz="1900" b="1"/>
            </a:pPr>
            <a:r>
              <a:rPr sz="1600"/>
              <a:t>✅ 14. Oyun Tasarımı Proje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600"/>
              <a:t>⏰ Süre: 14 Hafta</a:t>
            </a:r>
          </a:p>
          <a:p>
            <a:pPr>
              <a:spcAft>
                <a:spcPts val="1000"/>
              </a:spcAft>
              <a:defRPr sz="1900" b="1"/>
            </a:pPr>
            <a:r>
              <a:rPr sz="1600"/>
              <a:t>🎯 Amaç: Kendi oyununu programlayabilmek!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🎨 Scratch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400"/>
              <a:t>Scratch = Çocuklar için görsel programlama dili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Özellikler: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Ücretsiz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Kod yazmadan programlama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Blokları sürükle-bırak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Oyun, animasyon, hikaye yap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📌 Kim Yaptı?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MIT (Massachusetts Institute of Technology)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2007'de yayınlandı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Milyonlarca kullanıcı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🌐 Nasıl Kullanılır?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scratch.mit.edu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Tarayıcıdan kullan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Ücretsiz hesap aç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💡 Scratch neden harika?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Eğlenceli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Yaratıcılığı geliştirir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Programlama mantığını öğretir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Kod yazmadan algoritma öğrenirsin!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🖥️ Scratch Arayüzü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600"/>
              <a:t>Scratch'i açtığında karşına 4 bölüm çıkar: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600"/>
              <a:t>✅ 1. Blok Paleti (Sol):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Hareket, Görünüm, Ses...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Tüm bloklar burada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600"/>
              <a:t>✅ 2. Kod Alanı (Orta):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Blokları buraya sürüklersin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Programını yazarsın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600"/>
              <a:t>✅ 3. Sahne (Sağ Üst):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Projenin çalıştığı yer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480x360 piksel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Yeşil bayrak = Başlat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Kırmızı dur = Durdur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600"/>
              <a:t>✅ 4. Sprite Listesi (Sağ Alt):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Karakterlerin listesi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Yeni sprite ekle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Sahne arka planı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600"/>
              <a:t>💡 Her şey sürükle-bırak ile yapılır!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Hiç kod yazmana gerek yok.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🧩 Blok Türleri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600"/>
              <a:t>Scratch'te 9 farklı blok kategorisi var: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600"/>
              <a:t>🔵 Hareket: Sprite'ı hareket ettir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🟣 Görünüm: Gizle, göster, konuş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🟡 Ses: Müzik, ses efektleri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🔵 Olaylar: Başlangıç, tıklama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🟠 Kontrol: Döngüler, koşullar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🟢 Algılama: Dokunma, mesafe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🔵 Operatörler: Matematik, karşılaştırma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🔴 Değişkenler: Veri saklama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🟣 Kendi Bloklarım: Fonksiyonlar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600"/>
              <a:t>📌 Blok Şekilleri: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Yuvarlak = Değer döndürür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Altıgen = Koşul (doğru/yanlış)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Dikdörtgen = Komut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Şapka = Başlangıç bloğu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600"/>
              <a:t>💡 Bloklar LEGO gibi birbirine kenetlenir!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🐱 Sprite ve Sahne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400"/>
              <a:t>Sprite = Karakterler, nesneler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Sahne = Arka plan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Sprite Ekleme: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Sprite kütüphanesinden seç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Kendi çizdiğin sprite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Fotoğraf yükle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Sürpriz sprite (rastgele)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Sprite Özellikleri: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İsim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Konum (x, y)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Yön (derece)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Boyut (%)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Görünürlük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Sahne (Arka Plan):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Sahne'ye tıkla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Arka plan ekle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Kütüphaneden seç veya çiz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📌 Koordinat Sistemi: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Merkez: (0, 0)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Sağ: + x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Sol: - x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Yukarı: + y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Aşağı: - y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💡 Bir projede birden fazla sprite olabilir!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➡️ Hareket Blokları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400"/>
              <a:t>Sprite'ları hareket ettirmek için kullanılır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Temel Hareket Blokları: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'10 adım git':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İleri doğru hareket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'Sağa/Sola dön (15 derece)':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Dönme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'x: 0 y: 0 git':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Belirli koordinata git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'Mouse işaretçisine git':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Fareye doğru git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'1 saniyede x: 0 y: 0 kay':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Animasyonlu hareket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'90 derece yönel':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Belirli yöne bak (0=Yukarı, 90=Sağ, 180=Aşağı, -90=Sol)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📌 İlk Programımız: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[Yeşil bayrak tıklandığında]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[10 kez tekrarla]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[10 adım git]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[15 derece sağa dön]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💡 Bu bir kare çizer!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👁️ Görünüm Blokları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400"/>
              <a:t>Sprite'ın nasıl göründüğünü değiştirmek için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Temel Görünüm Blokları: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'... de 2 saniye (Merhaba!)':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Konuşma balonu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'Göster / Gizle':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Sprite'ı görünür/görünmez yap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'Kostümü ... yap':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Görünümü değiştir (animasyon)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'Boyutu %100 yap':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Büyüt/küçült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'Renk efekti 25 değiştir':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Renkli efektler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'Grafik efektlerini temizle':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Efektleri sıfırla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'En öne/En arkaya gel':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Katman sıralaması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📌 Örnek: Konuşan Kedi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[Yeşil bayrak tıklandığında]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[Merhaba! de 2 saniye]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[Nasılsın? de 2 saniye]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💡 Kostüm değiştirerek animasyon yapabilirsin!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🔊 Ses Blokları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400"/>
              <a:t>Oyununa ses ekle!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Ses Blokları: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'... sesini çal':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Ses efekti çal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'... sesini çal ve bekle':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Ses bitene kadar bekle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'Tüm sesleri durdur':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Sesleri kapat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'Ses efekti ... 25 değiştir':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Ses efektleri (pitch, echo)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'Ses %100 yap':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Ses seviyesi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Ses Ekleme: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Sesler sekmesi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Kütüphaneden seç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Kendi sesini kaydet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Dosyadan yükle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📌 Örnek: Müzikli Kedi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[Yeşil bayrak tıklandığında]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[Miyav sesini çal]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[2 saniye bekle]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[Miyav sesini tekrar çal]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💡 Ses oyununu canlı yapar!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🎬 Olaylar (Events)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400"/>
              <a:t>Program ne zaman başlasın? Olaylar belirler!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Olay Blokları: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'Yeşil bayrak tıklandığında':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Program başlangıcı (en önemli!)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'[Boşluk] tuşuna basıldığında':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Klavye kontrolü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'Bu sprite tıklandığında':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Fare tıklama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'Sahne ... olduğunda':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Arka plan değişimi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'Ses &gt; 10 olduğunda':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Mikrofon algılama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📌 Örnek: Tuş Kontrollü Hareket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[Sağ ok tuşuna basıldığında]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[10 adım git]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[Sol ok tuşuna basıldığında]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[-10 adım git]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💡 Bir sprite'ta birden fazla olay olabilir!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Her olay farklı komutlar çalıştırır.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🔁 Döngüler (Loops)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400"/>
              <a:t>Aynı işi tekrar tekrar yapmak için döngüler!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Döngü Türleri: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'[10] kez tekrarla':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Belirli sayıda tekrar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'Sürekli tekrarla (Forever)':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Sonsuza kadar tekrar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'... olana kadar tekrarla':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Koşul sağlanana kadar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📌 Örnek 1: Kare Çizme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[4 kez tekrarla]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[100 adım git]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[90 derece sağa dön]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📌 Örnek 2: Sürekli Hareket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[Sürekli tekrarla]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[10 adım git]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[Kenara değdiyse, sek]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💡 Döngüler sayesinde: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Kod kısalır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Daha az blok kullanırsın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Programlama daha kolay!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⚡ Döngüsüz programlama = Çok uzun kod!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❓ Koşullar (If-Else)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400"/>
              <a:t>Koşul = 'Eğer ... ise, ... yap'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Koşul Blokları: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'Eğer ... ise':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Tek koşul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'Eğer ... ise ... değilse':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İki seçenek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'... olana kadar bekle':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Koşul sağlanana kadar dur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📌 Örnek 1: Kenara Çarparsa Dön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[Eğer kenara değiyor ise]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[180 derece dön]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📌 Örnek 2: Fare Kontrolü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[Eğer mouse işaretçisine değiyor ise]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[Merhaba! de]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[Değilse]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[Gizle]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📌 Örnek 3: Renk Değiştir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[Eğer [Boşluk] tuşuna basılı ise]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[Renk efekti 25 değiştir]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💡 Koşullar oyunları akıllı yapar!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Oyun kendi karar verebilir.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📦 Değişkenler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400"/>
              <a:t>Değişken = Bilgi saklayan kutu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Değişken Nedir?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Sayı saklar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Metin saklar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Değeri değişebilir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Değişken Blokları: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'Değişken oluştur':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Yeni değişken yap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'[puan] değişkenini [0] yap':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Başlangıç değeri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'[puan] değişkenini [1] arttır':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Değeri değiştir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'[puan] değişkenini göster/gizle':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Ekranda göster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📌 Örnek: Basit Puan Sistemi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[Yeşil bayrak tıklandığında]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[puan değişkenini 0 yap]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[Sürekli tekrarla]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[Eğer [Boşluk] tuşuna basılı ise]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    [puan değişkenini 1 arttır]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💡 Değişkenler oyunlarda çok kullanılır: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Puan, can, seviye, zaman...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📊 Liste Kullanımı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400"/>
              <a:t>Liste = Birden fazla değeri saklayan değişken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Liste Nedir?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Çok veri saklar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Sıralıdır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Örnek: İsimler listesi, Puanlar listesi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Liste Blokları: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'Liste oluştur':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Yeni liste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'[Ahmet]'i [isimler]'e ekle':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Yeni eleman ekle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'[isimler]'in [1] elemanı':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Elemana eriş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'[isimler]'in uzunluğu':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Kaç eleman var?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'[isimler] içinde [Ahmet] var mı?':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Arama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📌 Örnek: Rastgele İsim Seç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[isimler listesini oluştur]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[Ahmet'i ekle]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[Mehmet'i ekle]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[Ayşe'yi ekle]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[Rastgele 1 ile liste uzunluğu arasında sayı seç]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[O sıradaki ismi de]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💡 Liste = Çok veri için kullanılır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➕ Operatörler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400"/>
              <a:t>Operatörler = Matematik ve mantık işlemleri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Matematik Operatörleri: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[ ] + [ ] (Toplama)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[ ] - [ ] (Çıkarma)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[ ] * [ ] (Çarpma)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[ ] / [ ] (Bölme)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1 ile 10 arası rastgele sayı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Karşılaştırma: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[ ] &gt; [ ] (Büyüktür)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[ ] &lt; [ ] (Küçüktür)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[ ] = [ ] (Eşittir)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Mantık Operatörleri: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[ ] ve [ ] (AND)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[ ] veya [ ] (OR)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[ ] değil (NOT)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Metin Operatörleri: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[ ] birleştir [ ] ('Merhaba' + 'Dünya')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[ ]'in [ ] harfi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[ ]'in uzunluğu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📌 Örnek: İki Sayıyı Topla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[Birinci sayıyı sor]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[İkinci sayıyı sor]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[Cevap1 + Cevap2'yi de]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🔍 Algılama Blokları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400"/>
              <a:t>Algılama = Çevreyi algılamak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Algılama Blokları: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'[ ] tuşuna basılı mı?':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Klavye kontrolü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'Fare tıklandı mı?':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Mouse kontrolü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'Fare x / y konumu':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Fare koordinatları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'[ ]'e değiyor mu?':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Çarpışma algılama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'[ ] rengine değiyor mu?':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Renk algılama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'[ ]'e olan uzaklık':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Mesafe ölçme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'Sor ve bekle':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Kullanıcıdan input al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🔹 'Cevap':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Kullanıcının cevabı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📌 Örnek: Çarpışma Kontrolü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[Sürekli tekrarla]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[Eğer [Duvar] sprite'ına değiyor ise]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    [Oyunu durdur]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🎯 Kendi Bloklarını Oluştur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400"/>
              <a:t>Fonksiyon = Kendi komutunu yarat!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Neden Kullanılır?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Kod tekrarını önler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Düzenli kod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Karmaşık işleri basitleştirir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Nasıl Oluşturulur?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1️⃣ 'Kendi Bloklarım' kategorisi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2️⃣ 'Blok Oluştur' tıkla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3️⃣ İsim ver (örn: 'kare_ciz')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4️⃣ Bloğunu tanımla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📌 Örnek: Kare Çizme Fonksiyonu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[tanımla kare_ciz]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[4 kez tekrarla]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[100 adım git]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[90 derece sağa dön]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[Yeşil bayrak tıklandığında]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[kare_ciz]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[x: 100 y: 0 git]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[kare_ciz]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💡 Parametreli fonksiyonlar da yapabilirsin!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Örnek: kare_ciz(boyut)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⚡ Fonksiyonlar = Profesyonel programlama!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🎮 Proje 1: Labirent Oyunu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400"/>
              <a:t>İlk oyununu yap: Labirent!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Oyun Mekanik: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Ok tuşları ile kontrol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Duvara çarparsa kaybeder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Hedefe ulaşırsa kazanır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🎯 Adımlar: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1️⃣ Sahne hazırla: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Labirent arka planı çiz (siyah duvarlar)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2️⃣ Sprite ekle: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Oyuncu karakteri (top, kedi, vs.)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3️⃣ Hareket kodu: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[Sağ ok'a basılı ise → x'i 5 arttır]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[Sol ok'a basılı ise → x'i 5 azalt]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[Yukarı ok'a basılı ise → y'i 5 arttır]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[Aşağı ok'a basılı ise → y'i 5 azalt]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4️⃣ Çarpışma kontrolü: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[Eğer siyah renge değiyor ise]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[Başlangıç noktasına git]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5️⃣ Kazanma koşulu: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[Eğer yeşil renge değiyor ise]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[Kazandın! de]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🏀 Proje 2: Top Sektirme Oyunu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400"/>
              <a:t>Klasik oyun: Top sektir!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Oyun Mekanik: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Top sürekli hareket eder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Raket ile sektir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Topu kaçırırsan kaybedersin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🎯 Gerekli Sprite'lar: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Top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Raket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📌 Top Kodu: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[Yeşil bayrak tıklandığında]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[90 derece yönel]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[Sürekli tekrarla]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[10 adım git]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[Eğer kenara değiyor ise, sek]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[Eğer [Raket]'e değiyor ise]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    [y yönünde sek]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[Eğer y &lt; -170 ise]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    [Kaybettin! de]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    [Tümünü durdur]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📌 Raket Kodu: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[Sürekli tekrarla]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[x konumunu fare x konumu yap]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💡 Geliştirmeler: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Puan sistemi ekle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Hız arttır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Engeller ekle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🍎 Proje 3: Meyve Yakalama Oyunu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400"/>
              <a:t>Yukarıdan düşen meyveleri yakala!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Oyun Mekanik: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Meyveler yukarıdan düşer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Sepet ile yakala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Puan kazan!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🎯 Sprite'lar: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Sepet (oyuncu)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Meyve (elma, muz, vs.)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📌 Sepet Kodu: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[puan değişkeni = 0]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[Sürekli tekrarla]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[x = fare x]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📌 Meyve Kodu: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[Yeşil bayrak tıklandığında]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[Sürekli tekrarla]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[Rastgele x konumuna git, y = 180]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[... olana kadar tekrarla: y &lt; -180]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    [y'yi 10 azalt]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    [Eğer [Sepet]'e değiyor ise]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        [puan'ı 1 arttır]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        [Bu betiği durdur]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[Klon oluştur]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💡 Klonlama = Çok meyve oluştur!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⚡ Geliştirme: Bomba ekle, kaçırırsan can kaybedersin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🐍 Proje 4: Yılan Oyunu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400"/>
              <a:t>Klasik Snake oyunu!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Oyun Mekanik: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Yılan hareket eder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Yemi ye, büyü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Kendine çarparsa kaybedersin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🎯 Bu proje biraz zor! Adım adım: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1️⃣ Baş sprite'ı hareket ettir (ok tuşları)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2️⃣ Her hareket sonrası: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Pozisyonu listeye ekle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3️⃣ Vücut segmentleri: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Klonlar oluştur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Liste'deki pozisyonları takip et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4️⃣ Yem sistemi: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Rastgele yem oluştur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Yenirse puan arttır ve yılan büyüsün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5️⃣ Kaybetme koşulu: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Kendine değerse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Duvara çarparsa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💡 Bu proje ileri seviye!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Liste ve klonlama kullanır.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🎨 Proje 5: Çizim Uygulaması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600"/>
              <a:t>Paint benzeri çizim uygulaması!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600"/>
              <a:t>✅ Özellikler: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Fare ile çiz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Renk seç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Kalınlık ayarla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Temizle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600"/>
              <a:t>🎯 Nasıl Yapılır?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600"/>
              <a:t>📌 Çizim Kodu: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[Yeşil bayrak tıklandığında]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[Kalemi kaldır]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[Sürekli tekrarla]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[Fare x, fare y konumuna git]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[Eğer fare tıklandı ise]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    [Kalemi indir]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[Değilse]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    [Kalemi kaldır]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600"/>
              <a:t>📌 Renk Değiştirme: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[Kırmızı sprite'a tıklandığında]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[Kalem rengini kırmızı yap]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600"/>
              <a:t>📌 Temizleme: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[C tuşuna basıldığında]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[Hepsini temizle]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600"/>
              <a:t>💡 Kalem uzantısı kullan!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Ek → Kalem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🎤 Proje 6: Quiz Oyunu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600"/>
              <a:t>İnteraktif soru-cevap oyunu!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600"/>
              <a:t>✅ Oyun Mekanik: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Soru sor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Cevap al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Doğru/Yanlış kontrol et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Puan ver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600"/>
              <a:t>📌 Basit Quiz Kodu: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[puan = 0]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600"/>
              <a:t>[Türkiye'nin başkenti? sor ve bekle]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[Eğer cevap = Ankara ise]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[Doğru! de]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[puan'ı 1 arttır]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[Değilse]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[Yanlış! de]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600"/>
              <a:t>[2+2 kaç? sor ve bekle]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[Eğer cevap = 4 ise]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[Doğru! de]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[puan'ı 1 arttır]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600"/>
              <a:t>[Puanın: ... puan de]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600"/>
              <a:t>💡 Geliştirme: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Soruları listeye koy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Şıklı sorular yap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Zamanlayıcı ekle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🎵 Müzik ve Efektler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400"/>
              <a:t>Oyununu müzik ve ses efektleri ile canlandır!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Müzik Ekleme: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Sesler sekmesi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Kütüphaneden müzik seç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Loop (döngü) yap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📌 Arka Plan Müziği: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[Yeşil bayrak tıklandığında]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[Sürekli tekrarla]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[... müziğini çal ve bekle]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Ses Efektleri: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Zıplama sesi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Puan kazanma sesi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Kaybetme sesi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📌 Örnek: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[Eğer [Elma]'ya değiyor ise]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[Chomp sesini çal]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[puan'ı 1 arttır]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💡 Kendi Ses Kaydı: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Mikrofon simgesine tıkla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Ses kaydet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Oyunda kullan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🎶 Müzik oyunu daha eğlenceli yapar!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Ancak çok fazla ses kullanma, rahatsız edebilir.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📤 Projeyi Paylaşma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400"/>
              <a:t>Projen hazır! Şimdi paylaşma zamanı!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Scratch'te Paylaşma: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1️⃣ Hesabına giriş yap: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scratch.mit.edu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2️⃣ Paylaş butonuna tıkla: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Sağ üstteki turuncu buton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3️⃣ Bilgileri doldur: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Proje adı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Açıklama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Nasıl oynanır?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4️⃣ Link'i kopyala: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Arkadaşlarınla paylaş!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Scratch Topluluğu: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Başkalarının projelerini gör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Beğen, yorum yap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Remix yap (değiştir)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💡 Remix Kültürü: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Scratch'te remix yapmak teşvik edilir!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Başkasının projesini al, geliştir, paylaş.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⚠️ Dikkat: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Saygılı ol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Kredi ver (kim yaptıysa belirt)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🏆 Final Projesi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600"/>
              <a:t>Şimdi kendi oyununu tasarla!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600"/>
              <a:t>🎯 Proje Gereksinimleri: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600"/>
              <a:t>✅ Zorunlu Özellikler: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En az 2 sprite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Kullanıcı kontrolü (klavye/fare)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Puan sistemi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Ses efektleri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Başlangıç ve bitiş ekranı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600"/>
              <a:t>✅ Kullanılması Gereken Bloklar: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Döngüler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Koşullar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Değişkenler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Olaylar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600"/>
              <a:t>💡 Proje Fikirleri: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Platform oyunu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Yarış oyunu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Bulmaca oyunu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Simülasyon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Hikaye anlatımı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600"/>
              <a:t>📅 Süreç: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1️⃣ Fikir (1 gün)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2️⃣ Planlama (1 gün)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3️⃣ Kodlama (1 hafta)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4️⃣ Test (1 gün)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5️⃣ Sunum (1 gün)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📝 Ünite Özeti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400"/>
              <a:t>Bu ünitede neler öğrendik? (Çok şey!)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Scratch temelleri ve arayüz</a:t>
            </a: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Sprite, sahne, koordinat sistemi</a:t>
            </a: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Hareket, görünüm, ses blokları</a:t>
            </a: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Olaylar ve kullanıcı etkileşimi</a:t>
            </a: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Döngüler (tekrar) ve koşullar (if-else)</a:t>
            </a: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Değişkenler ve listeler</a:t>
            </a: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Operatörler (matematik, mantık)</a:t>
            </a: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Algılama (çarpışma, tuş kontrolü)</a:t>
            </a: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Kendi bloklarını oluşturma</a:t>
            </a: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6 farklı proje (labirent, top sektirme, meyve yakalama, yılan, çizim, quiz)</a:t>
            </a: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Müzik ve ses efektleri</a:t>
            </a:r>
          </a:p>
          <a:p>
            <a:pPr>
              <a:spcAft>
                <a:spcPts val="1000"/>
              </a:spcAft>
              <a:defRPr sz="1900" b="1"/>
            </a:pPr>
            <a:r>
              <a:rPr sz="1400"/>
              <a:t>✅ Proje paylaşma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💡 Anahtar Mesaj: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Artık kendi oyunlarını programlayabilirsin!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Hayal gücün sınır!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🎯 Sen artık bir Scratch programcısısın!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🎮 Kendi oyununu yap ve dünyaya göster!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📚 Kaynaklar ve İleri Öğrenim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400"/>
              <a:t>🎥 İzlenecek Videolar: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'Scratch Tutorials' - YouTube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'Griffpatch' kanalı - İleri seviye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'Scratch Team' resmi kanalı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🌐 Keşfedilecek Siteler: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https://scratch.mit.edu - Ana site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https://scratch.mit.edu/explore - Projeler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https://en.scratch-wiki.info - Detaylı bilgi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📖 Yapılacak Projeler: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Flappy Bird benzeri oyun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Kendi kahramanınla RPG oyunu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Müzik yapma uygulaması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Matematik oyunu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400"/>
              <a:t>⬆️ İleri Seviye: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Klonlama tekniği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Bulut değişkenleri (çok oyunculu)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Video algılama uzantısı</a:t>
            </a:r>
          </a:p>
          <a:p>
            <a:pPr lvl="1">
              <a:spcAft>
                <a:spcPts val="1000"/>
              </a:spcAft>
              <a:defRPr sz="1700"/>
            </a:pPr>
            <a:r>
              <a:rPr sz="1400"/>
              <a:t>    • Scratch'ten sonra: Python, JavaScript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 b="1"/>
            </a:pPr>
            <a:r>
              <a:rPr sz="1400"/>
              <a:t>💡 Programlamaya devam et!</a:t>
            </a:r>
          </a:p>
          <a:p>
            <a:pPr>
              <a:spcAft>
                <a:spcPts val="1000"/>
              </a:spcAft>
              <a:defRPr sz="1900"/>
            </a:pPr>
            <a:r>
              <a:rPr sz="1400"/>
              <a:t>Her gün biraz kod yaz, her gün gelişirsin!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Tebrikler! 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Ünite 6 ve 5. Sınıf Tamamlandı - Artık Bir Programcısın!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