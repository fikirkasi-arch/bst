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Ses ekleme ve çalma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Ok tuşları ile kedi hareket ettirin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Basit hesap makinesi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Sprite'a dokunulunca ses çıkarsın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'Yıldız çiz' fonksiyonu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Damga, şekil çizme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10 soruluk bilgi yarışması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tüm üniteyi değerlendirin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Scratch ile Programlama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Bu ünitede neler öğreneceğiz? (14 Hafta!)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1. Scratch Nedir? Giriş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2. Scratch Arayüzü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3. Blok Türleri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4. Sprite (Karakter) ve Sahne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5. Hareket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6. Görünüm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7. Ses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8. Olaylar (Events)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9. Kontrol Yapıları (Döngüler, Koşullar)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10. Değişkenler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11. Liste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12. Operatörler (Matematik, Mantık)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13. Kendi Bloklarını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14. Oyun Tasarımı Proje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⏰ Süre: 14 Hafta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🎯 Amaç: Kendi oyununu programlayabilmek!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🎨 Scratch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Scratch = Çocuklar için görsel programlama dili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Ücretsiz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yazmadan programlama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Blokları sürükle-bırak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Oyun, animasyon, hikaye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Kim Yaptı?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MIT (Massachusetts Institute of Technology)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2007'de yayınlandı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Milyonlarca kullanıcı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🌐 Nasıl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scratch.mit.edu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Tarayıcıdan kullan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Ücretsiz hesap aç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Scratch neden harika?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Eğlenceli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Yaratıcılığı geliştirir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Programlama mantığını öğretir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yazmadan algoritma öğrenirsin!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🖥️ 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Scratch'i açtığında karşına 4 bölüm çıkar: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1. Blok Paleti (Sol):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Hareket, Görünüm, Ses...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Tüm bloklar burada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2. Kod Alanı (Orta):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Blokları buraya sürüklersin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Programını yazarsın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3. Sahne (Sağ Üst):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Projenin çalıştığı yer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480x360 piksel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Yeşil bayrak = Başlat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Kırmızı dur = Durdur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4. Sprite Listesi (Sağ Alt):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Karakterlerin listesi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Yeni sprite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Sahne arka planı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Her şey sürükle-bırak ile yapılır!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Hiç kod yazmana gerek yok.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🧩 Blok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Scratch'te 9 farklı blok kategorisi var: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🔵 Hareket: Sprite'ı hareket ettir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🟣 Görünüm: Gizle, göster, konuş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🟡 Ses: Müzik,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🔵 Olaylar: Başlangıç,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🟠 Kontrol: Döngüler, koşullar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🟢 Algılama: Dokunma, mesafe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🔵 Operatörler: Matematik, karşılaştırma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🔴 Değişkenler: Veri saklama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🟣 Kendi Bloklarım: Fonksiyonlar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Blok Şekilleri: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Yuvarlak = Değer döndürür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Altıgen = Koşul (doğru/yanlış)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Dikdörtgen = Komut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Şapka = Başlangıç bloğu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Bloklar LEGO gibi birbirine kenetlenir!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🐱 Sprite ve Sahne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Sprite = Karakterler, nesneler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Sahne = Arka plan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Sprite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Sprite kütüphanesinden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 çizdiğin sprite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Fotoğraf yükle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Sürpriz sprite (rastgele)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Sprite Özellikleri: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İsim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Konum (x, y)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Yön (derece)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Boyut (%)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Görünürlük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Sahne (Arka Plan):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Sahne'ye tıkla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Arka plan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Kütüphaneden seç veya çiz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Koordinat Sistemi: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Merkez: (0, 0)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Sağ: + x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Sol: - x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Yukarı: + 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Aşağı: - y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Bir projede birden fazla sprite olabilir!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➡️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Sprite'ları hareket ettirmek için kullanılır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Temel Hareket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'10 adım git':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İleri doğru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'Sağa/Sola dön (15 derece)':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Dönme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'x: 0 y: 0 git':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Belirli koordinata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'Mouse işaretçisine git':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Fareye doğru git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'1 saniyede x: 0 y: 0 kay':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Animasyonlu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'90 derece yönel':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Belirli yöne bak (0=Yukarı, 90=Sağ, 180=Aşağı, -90=Sol)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İlk Programımız: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[10 kez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[15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Bu bir kare çizer!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👁️ Görünüm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Sprite'ın nasıl göründüğünü değiştirmek için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Temel Görünüm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de 2 saniye (Merhaba!)':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Konuşma balonu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'Göster / Gizle':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Sprite'ı görünür/görünmez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'Kostümü ...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Görünümü değiştir (animasyon)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'Boyutu %100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Büyüt/küçült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'Renk efekti 25 değiştir':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Renkli efektler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'Grafik efektlerini temizle':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Efektleri sıfırla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'En öne/En arkaya gel':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Katman sıralaması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Konuşan Kedi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[Merhaba!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[Nasılsın? de 2 saniye]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Kostüm değiştirerek animasyon yapabilirsin!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🔊 Ses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Oyununa ses ekle!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Ses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sesini çal':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efekti çal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sesini çal ve bekle':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bitene kadar bekle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'Tüm sesleri durdur':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Sesleri kapat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'Ses efekti ... 25 değiştir':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efektleri (pitch, echo)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'Ses %100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seviyesi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Ses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Kütüphaneden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 sesini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Dosyadan yükle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Müzikli Kedi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[Miyav sesini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[2 saniye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[Miyav sesini tekrar çal]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Ses oyununu canlı yapar!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🎬 Olaylar (Events)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Program ne zaman başlasın? Olaylar belirler!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Olay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'Yeşil bayrak tıklandığında':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Program başlangıcı (en önemli!)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'[Boşluk] tuşuna basıldığında':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'Bu sprite tıklandığında':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Fare tıklama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'Sahne ... olduğunda':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Arka plan değişimi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'Ses &gt; 10 olduğunda':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Mikrofon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Tuş Kontrollü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[Sağ ok tuşuna basıldığında]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[Sol ok tuşuna basıldığında]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[-10 adım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Bir sprite'ta birden fazla olay olabilir!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Her olay farklı komutlar çalıştırır.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🔁 Döngüler (Loops)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Aynı işi tekrar tekrar yapmak için döngüler!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Döngü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'[10] kez tekrarla':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Belirli sayıda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'Sürekli tekrarla (Forever)':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Sonsuza kadar tekrar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olana kadar tekrarla':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Koşul sağlanana kadar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1: Kare Çizme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2: Sürekli Hareket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[Kenara değdiyse, sek]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Döngüler sayesinde: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kısalır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Daha az blok kullanırsın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Programlama daha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⚡ Döngüsüz programlama = Çok uzun kod!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❓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Koşul = 'Eğer ... ise, ... yap'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Koşul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'Eğer ... ise':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Tek koşul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'Eğer ... ise ... değilse':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İki seçenek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'... olana kadar bekle':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Koşul sağlanana kadar dur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1: Kenara Çarparsa Dön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kenara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[180 derece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2: Fare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mouse işaretçisine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[Merhaba!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[Gizle]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 3: Renk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[Boşluk] tuşuna basılı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[Renk efekti 25 değiştir]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Koşullar oyunları akıllı yapar!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Oyun kendi karar verebilir.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📦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Değişken = Bilgi saklayan kutu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Değişken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Sayı saklar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Metin saklar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Değeri değişebilir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Değişken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'Değişken oluştur':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 değişken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'[puan] değişkenini [0] yap':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Başlangıç değeri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'[puan] değişkenini [1] arttır':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Değeri değiştir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'[puan] değişkenini göster/gizle':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Ekranda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Basit Puan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[puan değişkenini 0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[Boşluk] tuşuna basılı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[puan değişkenini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Değişkenler oyunlarda çok kullanılır: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Puan, can, seviye, zaman...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📊 Liste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Liste = Birden fazla değeri saklayan değişken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Liste Nedir?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Çok veri saklar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Sıralıdır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Örnek: İsimler listesi, Puanlar listesi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Liste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'Liste oluştur':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 liste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'[Ahmet]'i [isimler]'e 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 eleman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'[isimler]'in [1] elemanı':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Elemana eriş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'[isimler]'in uzunluğu':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Kaç eleman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'[isimler] içinde [Ahmet] var mı?':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Rastgele İsim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[isimler listesini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[Ahmet'i 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[Mehmet'i 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[Ayşe'yi 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[Rastgele 1 ile liste uzunluğu arasında sayı seç]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[O sıradaki ismi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Liste = Çok veri için kullanılır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➕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Operatörler = Matematik ve mantık işlemleri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Matematik Operatörleri: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+ [ ] (Toplama)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- [ ] (Çıkarma)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* [ ] (Çarpma)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/ [ ] (Bölme)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1 ile 10 arası rastgele sayı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Karşılaştırma: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&gt; [ ] (Büyüktür)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&lt; [ ] (Küçüktür)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= [ ] (Eşittir)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Mantık Operatörleri: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ve [ ] (AND)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veya [ ] (OR)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değil (NOT)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Metin Operatörleri: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 birleştir [ ] ('Merhaba' + 'Dünya')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]'in [ ] harfi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[ ]'in uzunluğu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İki Sayıyı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[Birinci sayıyı sor]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[İkinci sayıyı sor]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[Cevap1 + Cevap2'yi de]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🔍 Algılama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Algılama = Çevreyi algılamak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Algılama Blokları: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 tuşuna basılı mı?':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Klavye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'Fare tıklandı mı?':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Mouse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'Fare x / y konumu':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Fare koordinatları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]'e değiyor mu?':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Çarpışma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 rengine değiyor mu?':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Renk algılama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'[ ]'e olan uzaklık':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Mesafe ölçme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'Sor ve bekle':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Kullanıcıdan input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🔹 'Cevap':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Kullanıcının cevabı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Çarpışma Kontrolü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[Duvar] sprite'ına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[Oyunu durdur]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🎯 Kendi Bloklarını Oluştur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Fonksiyon = Kendi komutunu yarat!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Neden Kullanılır?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Kod tekrarını önler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Düzenli kod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Karmaşık işleri basitleştirir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Nasıl Oluşturulur?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'Kendi Bloklarım' kategorisi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'Blok Oluştur' tıkla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İsim ver (örn: 'kare_ciz')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Bloğunu tanımla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 Kare Çizme Fonksiyonu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[tanımla 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[4 kez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[90 derece sağa dön]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[x: 100 y: 0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[kare_ciz]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Parametreli fonksiyonlar da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Örnek: kare_ciz(boyut)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⚡ Fonksiyonlar = Profesyonel programlama!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🎮 Proje 1: Labirent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İlk oyununu yap: Labirent!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Ok tuşları ile kontrol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Duvara çarparsa kaybeder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Hedefe ulaşırsa kazanır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Adımlar: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Sahne hazırla: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Labirent arka planı çiz (siyah duvarlar)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Sprite ekle: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Oyuncu karakteri (top, kedi,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Hareket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[Sağ ok'a basılı ise → x'i 5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[Sol ok'a basılı ise → x'i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[Yukarı ok'a basılı ise → y'i 5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[Aşağı ok'a basılı ise → y'i 5 azalt]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Çarpışma kontrolü: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siyah renge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[Başlangıç noktasına git]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5️⃣ Kazanma koşulu: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yeşil renge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[Kazandın! de]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🏀 Proje 2: Top Sektirme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Klasik oyun: Top sektir!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Top sürekli hareket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Raket ile sektir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Topu kaçırırsan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Gerekli Sprite'lar: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Top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Raket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Top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[90 derece yönel]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[10 adım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kenara değiyor ise, sek]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[Raket]'e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[y yönünde sek]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[Eğer y &lt; -170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[Kaybettin! de]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    [Tümünü durdur]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Raket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[x konumunu fare x konumu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Geliştirmeler: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Puan sistemi ekle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Hız arttır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Engeller ekle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🍎 Proje 3: Meyve Yakalama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Yukarıdan düşen meyveleri yakala!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Meyveler yukarıdan düşer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Sepet ile yakala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Puan kazan!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🎯 Sprite'lar: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Sepet (oyuncu)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Meyve (elma, muz, vs.)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📌 Sepet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[puan değişkeni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[x = fare x]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📌 Meyve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[Rastgele x konumuna git, y = 180]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[... olana kadar tekrarla: y &lt; -180]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[y'yi 10 azalt]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[Eğer [Sepet]'e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    [puan'ı 1 arttır]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        [Bu betiği durdur]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[Klon oluştur]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💡 Klonlama = Çok meyve oluştur!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⚡ Geliştirme: Bomba ekle, kaçırırsan can kaybedersin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🐍 Proje 4: Yılan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Klasik Snake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Yılan hareket eder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Yemi ye, büyü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Kendine çarparsa kaybedersin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Bu proje biraz zor! Adım adım: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Baş sprite'ı hareket ettir (ok tuşları)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Her hareket sonrası: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Pozisyonu listeye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Vücut segmentleri: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Klonlar oluştur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Liste'deki pozisyonları takip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Yem sistemi: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Rastgele yem oluştur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Yenirse puan arttır ve yılan büyüsün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5️⃣ Kaybetme koşulu: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Kendine değerse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Duvara çarparsa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Bu proje ileri seviye!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Liste ve klonlama kullanır.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🎨 Proje 5: Çizim Uygulaması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Paint benzeri çizim uygulaması!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Fare ile çiz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Renk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Kalınlık ayarla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Temizle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🎯 Nasıl Yapılır?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Çizim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[Fare x, fare y konumuna git]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[Eğer fare tıklandı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    [Kalemi indir]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    [Kalemi kaldır]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Renk Değiştirme: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[Kırmızı sprite'a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[Kalem rengini kırmızı yap]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Temizleme: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[C tuşuna basıldığında]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[Hepsini temizle]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Kalem uzantısı kullan!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Ek → Kalem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🎤 Proje 6: Quiz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İnteraktif soru-cevap oyunu!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Oyun Mekanik: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Soru sor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Cevap al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Doğru/Yanlış kontrol 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Puan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📌 Basit Quiz Kodu: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[puan = 0]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[Türkiye'nin başkenti? sor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[Eğer cevap = Ankara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[Değilse]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[Yanlış!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[2+2 kaç? sor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[Eğer cevap = 4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[Doğru! de]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[Puanın: ... puan de]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Geliştirme: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Soruları listeye koy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Şıklı sorular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Zamanlayıcı ekle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🎵 Müzik ve Efektler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Oyununu müzik ve ses efektleri ile canlandır!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Müzik Ekleme: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Sesler sekmesi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Kütüphaneden müzik seç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Loop (döngü) yap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Arka Plan Müziği: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[Yeşil bayrak tıklandığında]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[Sürekli tekrarla]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[... müziğini çal ve bekle]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Ses Efektleri: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Zıplama sesi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Puan kazanma sesi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Kaybetme sesi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📌 Örnek: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[Eğer [Elma]'ya değiyor ise]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[Chomp sesini çal]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[puan'ı 1 arttır]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Kendi Ses Kaydı: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Mikrofon simgesine tıkla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Ses kaydet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Oyunda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🎶 Müzik oyunu daha eğlenceli yapar!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Ancak çok fazla ses kullanma, rahatsız edebilir.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📤 Projeyi Paylaşma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Projen hazır! Şimdi paylaşma zamanı!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Scratch'te Paylaşma: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1️⃣ Hesabına giriş yap: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scratch.mit.edu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2️⃣ Paylaş butonuna tıkla: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Sağ üstteki turuncu buton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3️⃣ Bilgileri doldur: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Proje adı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Açıklama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Nasıl oynanır?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4️⃣ Link'i kopyala: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Arkadaşlarınla paylaş!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Scratch Topluluğu: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Başkalarının projelerini gör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Beğen, yorum yap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Remix yap (değiştir)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Remix Kültürü: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Scratch'te remix yapmak teşvik edilir!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Başkasının projesini al, geliştir, paylaş.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⚠️ Dikkat: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Saygılı ol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300"/>
              <a:t>    • Kredi ver (kim yaptıysa belirt)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🏆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Şimdi kendi oyununu tasarla!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🎯 Proje Gereksinimleri: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Zorunlu Özellikler: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En az 2 sprite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Kullanıcı kontrolü (klavye/fare)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Puan sistemi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Ses efektleri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Başlangıç ve bitiş ekranı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✅ Kullanılması Gereken Bloklar: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Döngüler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Koşullar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Değişkenler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Olaylar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400"/>
              <a:t>💡 Proje Fikirleri: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Platform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Yarış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Bulmaca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Simülasyon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400"/>
              <a:t>    • Hikaye anlatımı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📅 Süreç: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1️⃣ Fikir (1 gün)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2️⃣ Planlama (1 gün)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3️⃣ Kodlama (1 hafta)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4️⃣ Test (1 gün)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400"/>
              <a:t>5️⃣ Sunum (1 gün)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Bu ünitede neler öğrendik? (Çok şey!)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Scratch temelleri ve arayüz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Sprite, sahne, koordinat sistemi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Hareket, görünüm, ses blokları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Olaylar ve kullanıcı etkileşimi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Döngüler (tekrar) ve koşullar (if-else)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Değişkenler ve listeler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Operatörler (matematik, mantık)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Algılama (çarpışma, tuş kontrolü)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Kendi bloklarını oluşturma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6 farklı proje (labirent, top sektirme, meyve yakalama, yılan, çizim, quiz)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Müzik ve ses efektleri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✅ Proje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💡 Anahtar Mesaj: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Artık kendi oyunlarını programlayabilirsin!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Hayal gücün sınır!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300"/>
              <a:t>🎯 Sen artık bir Scratch programcısısın!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300"/>
              <a:t>🎮 Kendi oyununu yap ve dünyaya göster!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📚 Kaynaklar ve İleri Öğrenim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🎥 İzlenecek Videolar: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'Scratch Tutorials' - YouTube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'Griffpatch' kanalı - İleri seviye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'Scratch Team' resmi kanalı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🌐 Keşfedilecek Siteler: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https://scratch.mit.edu - Ana site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https://scratch.mit.edu/explore - Projeler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https://en.scratch-wiki.info - Detaylı bilgi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📖 Yapılacak Projeler: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Flappy Bird benzeri oyun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Kendi kahramanınla RPG oyunu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Müzik yapma uygulaması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Matematik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⬆️ İleri Seviye: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Klonlama tekniği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Bulut değişkenleri (çok oyunculu)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Video algılama uzantısı</a:t>
            </a:r>
          </a:p>
          <a:p>
            <a:pPr lvl="1">
              <a:lnSpc>
                <a:spcPct val="90000"/>
              </a:lnSpc>
              <a:spcAft>
                <a:spcPts val="300"/>
              </a:spcAft>
              <a:defRPr sz="1700"/>
            </a:pPr>
            <a:r>
              <a:rPr sz="1200"/>
              <a:t>    • Scratch'ten sonra: Python, JavaScript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</a:p>
          <a:p>
            <a:pPr>
              <a:lnSpc>
                <a:spcPct val="90000"/>
              </a:lnSpc>
              <a:spcAft>
                <a:spcPts val="300"/>
              </a:spcAft>
              <a:defRPr sz="1900" b="1"/>
            </a:pPr>
            <a:r>
              <a:rPr sz="1200"/>
              <a:t>💡 Programlamaya devam et!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1900"/>
            </a:pPr>
            <a:r>
              <a:rPr sz="1200"/>
              <a:t>Her gün biraz kod yaz, her gün gelişirsin!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6 ve 5. Sınıf Tamamlandı - Artık Bir Programcısın!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