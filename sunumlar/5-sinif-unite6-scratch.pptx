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DC9632"/>
                </a:solidFill>
              </a:defRPr>
            </a:pPr>
            <a:r>
              <a:t>ÜNİTE 6: SCRATCH PROGRAMLAMA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5. Sınıf - 14 Hafta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DC9632"/>
                </a:solidFill>
              </a:defRPr>
            </a:pPr>
            <a:r>
              <a:t>Algoritma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Algoritma nedir?</a:t>
            </a:r>
          </a:p>
          <a:p>
            <a:pPr>
              <a:defRPr sz="2000"/>
            </a:pPr>
            <a:r>
              <a:t>Günlük hayattan örnekler</a:t>
            </a:r>
          </a:p>
          <a:p>
            <a:pPr>
              <a:defRPr sz="2000"/>
            </a:pPr>
            <a:r>
              <a:t>Akış diyagramı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DC9632"/>
                </a:solidFill>
              </a:defRPr>
            </a:pPr>
            <a:r>
              <a:t>Scratch Giriş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Scratch arayüzü</a:t>
            </a:r>
          </a:p>
          <a:p>
            <a:pPr>
              <a:defRPr sz="2000"/>
            </a:pPr>
            <a:r>
              <a:t>Sprite</a:t>
            </a:r>
          </a:p>
          <a:p>
            <a:pPr>
              <a:defRPr sz="2000"/>
            </a:pPr>
            <a:r>
              <a:t>Sahne</a:t>
            </a:r>
          </a:p>
          <a:p>
            <a:pPr>
              <a:defRPr sz="2000"/>
            </a:pPr>
            <a:r>
              <a:t>Bloklar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DC9632"/>
                </a:solidFill>
              </a:defRPr>
            </a:pPr>
            <a:r>
              <a:t>Hareket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Hareket blokları</a:t>
            </a:r>
          </a:p>
          <a:p>
            <a:pPr>
              <a:defRPr sz="2000"/>
            </a:pPr>
            <a:r>
              <a:t>Koordinatlar</a:t>
            </a:r>
          </a:p>
          <a:p>
            <a:pPr>
              <a:defRPr sz="2000"/>
            </a:pPr>
            <a:r>
              <a:t>Dönme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DC9632"/>
                </a:solidFill>
              </a:defRPr>
            </a:pPr>
            <a:r>
              <a:t>Döngüler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Tekrar blokları</a:t>
            </a:r>
          </a:p>
          <a:p>
            <a:pPr>
              <a:defRPr sz="2000"/>
            </a:pPr>
            <a:r>
              <a:t>Sonsuz döngü</a:t>
            </a:r>
          </a:p>
          <a:p>
            <a:pPr>
              <a:defRPr sz="2000"/>
            </a:pPr>
            <a:r>
              <a:t>N kez tekrarla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DC9632"/>
                </a:solidFill>
              </a:defRPr>
            </a:pPr>
            <a:r>
              <a:t>Koşullar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If-Else</a:t>
            </a:r>
          </a:p>
          <a:p>
            <a:pPr>
              <a:defRPr sz="2000"/>
            </a:pPr>
            <a:r>
              <a:t>Karar verme</a:t>
            </a:r>
          </a:p>
          <a:p>
            <a:pPr>
              <a:defRPr sz="2000"/>
            </a:pPr>
            <a:r>
              <a:t>Karşılaştırma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DC9632"/>
                </a:solidFill>
              </a:defRPr>
            </a:pPr>
            <a:r>
              <a:t>Değişkenler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Değişken tanımlama</a:t>
            </a:r>
          </a:p>
          <a:p>
            <a:pPr>
              <a:defRPr sz="2000"/>
            </a:pPr>
            <a:r>
              <a:t>Değer atama</a:t>
            </a:r>
          </a:p>
          <a:p>
            <a:pPr>
              <a:defRPr sz="2000"/>
            </a:pPr>
            <a:r>
              <a:t>Kullanım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DC9632"/>
                </a:solidFill>
              </a:defRPr>
            </a:pPr>
            <a:r>
              <a:t>Projeler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Oyun yapımı</a:t>
            </a:r>
          </a:p>
          <a:p>
            <a:pPr>
              <a:defRPr sz="2000"/>
            </a:pPr>
            <a:r>
              <a:t>Animasyon</a:t>
            </a:r>
          </a:p>
          <a:p>
            <a:pPr>
              <a:defRPr sz="2000"/>
            </a:pPr>
            <a:r>
              <a:t>Hikaye anlatımı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