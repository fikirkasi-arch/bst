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Kapak görseli önerisi: Renkli bilgisayar, tablet ve teknoloji görselleri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Mutlu öğrencilerin bilgisayar başında çalıştığı fotoğraf</a:t>
            </a:r>
          </a:p>
          <a:p/>
          <a:p>
            <a:r>
              <a:t>🎥 VİDEO LİNKİ: https://www.youtube.com/watch?v=tpIctyqH29Q (Bilişim Teknolojilerine Giriş)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Bilgisayar parçalarının görseli (kasa, ekran, klavye, mouse)</a:t>
            </a:r>
          </a:p>
          <a:p/>
          <a:p>
            <a:r>
              <a:t>🎥 VİDEO LİNKİ: https://www.youtube.com/watch?v=HB4I2CgkcCo (Bilgisayar Nedir? - TRT Çocuk)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Anakart üzerinde CPU, RAM, HDD görseli veya infografik</a:t>
            </a:r>
          </a:p>
          <a:p/>
          <a:p>
            <a:r>
              <a:t>🎥 VİDEO LİNKİ: https://www.youtube.com/watch?v=ExxFxD4OSZ0 (Bilgisayar İçi Donanım)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🎥 VİDEO LİNKİ:</a:t>
            </a:r>
          </a:p>
          <a:p>
            <a:r>
              <a:t>https://www.youtube.com/watch?v=cNN_tTXABUA (How Computers Work - Crash Course)</a:t>
            </a:r>
          </a:p>
          <a:p/>
          <a:p>
            <a:r>
              <a:t>Bu slayta video eklemek için:</a:t>
            </a:r>
          </a:p>
          <a:p>
            <a:r>
              <a:t>1. Slayta tıklayın</a:t>
            </a:r>
          </a:p>
          <a:p>
            <a:r>
              <a:t>2. Ekle &gt; Video &gt; Çevrimiçi Video</a:t>
            </a:r>
          </a:p>
          <a:p>
            <a:r>
              <a:t>3. Yukarıdaki linki yapıştırın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Windows, macOS, Linux logoları</a:t>
            </a:r>
          </a:p>
          <a:p/>
          <a:p>
            <a:r>
              <a:t>🎥 VİDEO LİNKİ: https://www.youtube.com/watch?v=pTdSs8kQqSA (İşletim Sistemi Nedir?)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Windows Explorer veya Finder ekran görüntüsü - düzenli klasör yapısı</a:t>
            </a:r>
          </a:p>
          <a:p/>
          <a:p>
            <a:r>
              <a:t>🎥 VİDEO LİNKİ: https://www.youtube.com/watch?v=k-EID5_2D9U (Dosya Yönetimi)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Word arayüzü ekran görüntüsü - Giriş sekmesi araçları</a:t>
            </a:r>
          </a:p>
          <a:p/>
          <a:p>
            <a:r>
              <a:t>🎥 VİDEO LİNKİ: https://www.youtube.com/watch?v=9WNvhQRqWbY (Microsoft Word Temelleri)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Paint arayüzü ve örnek çizim</a:t>
            </a:r>
          </a:p>
          <a:p/>
          <a:p>
            <a:r>
              <a:t>🎥 VİDEO LİNKİ: https://www.youtube.com/watch?v=VJ9QCiJ-kJQ (Paint Kullanımı)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PowerPoint arayüzü ve örnek slayt</a:t>
            </a:r>
          </a:p>
          <a:p/>
          <a:p>
            <a:r>
              <a:t>🎥 VİDEO LİNKİ: https://www.youtube.com/watch?v=3LqNiYbRzBM (PowerPoint Başlangıç)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İyi ve kötü sunum örnekleri yan yana (Önce/Sonra)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İnternet ağ diyagramı - router, modem, cihazlar</a:t>
            </a:r>
          </a:p>
          <a:p/>
          <a:p>
            <a:r>
              <a:t>🎥 VİDEO LİNKİ: https://www.youtube.com/watch?v=Dxcc6ycZ73M (İnternet Nasıl Çalışır?)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Gmail veya Outlook arayüzü ekran görüntüsü</a:t>
            </a:r>
          </a:p>
          <a:p/>
          <a:p>
            <a:r>
              <a:t>🎥 VİDEO LİNKİ: https://www.youtube.com/watch?v=AEWR5khNNMA (E-posta Nasıl Yazılır?)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Dijital etik kuralları infografik</a:t>
            </a:r>
          </a:p>
          <a:p/>
          <a:p>
            <a:r>
              <a:t>🎥 VİDEO LİNKİ: https://www.youtube.com/watch?v=OoqXu-8kW0E (Dijital Vatandaşlık)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Güçlü şifre örnekleri ve zayıf şifre örnekleri karşılaştırması</a:t>
            </a:r>
          </a:p>
          <a:p/>
          <a:p>
            <a:r>
              <a:t>🎥 VİDEO LİNKİ: https://www.youtube.com/watch?v=0RCsHJfHL_4 (Şifre Güvenliği)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Yapay zeka uygulamaları kolajı (Siri, Alexa, Netflix vb.)</a:t>
            </a:r>
          </a:p>
          <a:p/>
          <a:p>
            <a:r>
              <a:t>🎥 VİDEO LİNKİ: https://www.youtube.com/watch?v=mJeNghZXtMo (Yapay Zeka Nedir? - Basit Anlatım)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İnsan beyni ve robot beyni karşılaştırma görseli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🎥 VİDEO LİNKİ:</a:t>
            </a:r>
          </a:p>
          <a:p>
            <a:r>
              <a:t>https://www.youtube.com/watch?v=aircAruvnKk (Neural Networks - 3Blue1Brown)</a:t>
            </a:r>
          </a:p>
          <a:p/>
          <a:p>
            <a:r>
              <a:t>Bu slayta video eklemek için:</a:t>
            </a:r>
          </a:p>
          <a:p>
            <a:r>
              <a:t>1. Slayta tıklayın</a:t>
            </a:r>
          </a:p>
          <a:p>
            <a:r>
              <a:t>2. Ekle &gt; Video &gt; Çevrimiçi Video</a:t>
            </a:r>
          </a:p>
          <a:p>
            <a:r>
              <a:t>3. Yukarıdaki linki yapıştırın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Akış diyagramı örneği (çay yapma algoritması)</a:t>
            </a:r>
          </a:p>
          <a:p/>
          <a:p>
            <a:r>
              <a:t>🎥 VİDEO LİNKİ: https://www.youtube.com/watch?v=6hfOvs8pY1k (Algoritma Nedir?)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logosu ve arayüz ekran görüntüsü</a:t>
            </a:r>
          </a:p>
          <a:p/>
          <a:p>
            <a:r>
              <a:t>🎥 VİDEO LİNKİ: https://www.youtube.com/watch?v=jXUZaf5D12A (Scratch Giriş - Türkçe)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arayüzü - işaretlenmiş bölümleri gösteren ekran görüntüsü</a:t>
            </a:r>
          </a:p>
          <a:p/>
          <a:p>
            <a:r>
              <a:t>🎥 VİDEO LİNKİ: https://www.youtube.com/watch?v=JaMNwHgCoBo (Scratch Arayüzü Tanıtımı)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sahne koordinat sistemi görseli</a:t>
            </a:r>
          </a:p>
          <a:p/>
          <a:p>
            <a:r>
              <a:t>🎥 VİDEO LİNKİ: https://www.youtube.com/watch?v=x14G4DCk4nY (Scratch Hareket Blokları)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döngü blokları ve kare çizim örneği</a:t>
            </a:r>
          </a:p>
          <a:p/>
          <a:p>
            <a:r>
              <a:t>🎥 VİDEO LİNKİ: https://www.youtube.com/watch?v=mgooqyWMTxk (Scratch Döngüler)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if-else blok örnekleri ekran görüntüsü</a:t>
            </a:r>
          </a:p>
          <a:p/>
          <a:p>
            <a:r>
              <a:t>🎥 VİDEO LİNKİ: https://www.youtube.com/watch?v=m2Ux2PnJe6E (Scratch Koşullar)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değişken oluşturma ve kullanma ekran görüntüsü</a:t>
            </a:r>
          </a:p>
          <a:p/>
          <a:p>
            <a:r>
              <a:t>🎥 VİDEO LİNKİ: https://www.youtube.com/watch?v=tfXiEP5gbP4 (Scratch Değişkenler)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liste oluşturma örneği</a:t>
            </a:r>
          </a:p>
          <a:p/>
          <a:p>
            <a:r>
              <a:t>🎥 VİDEO LİNKİ: https://www.youtube.com/watch?v=m9QT0JJXJpY (Scratch Listeler)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Scratch platform oyunu örnek ekran görüntüsü</a:t>
            </a:r>
          </a:p>
          <a:p/>
          <a:p>
            <a:r>
              <a:t>🎥 VİDEO LİNKİ: https://www.youtube.com/watch?v=Sn6jppzxPqc (Scratch Platform Oyunu Yapımı)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Mutlu mezun olan öğrenciler fotoğrafı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🎥 VİDEO LİNKİ: https://www.youtube.com/watch?v=nKIu9yen5nc (Geleceğin Meslekleri)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438EEA"/>
                </a:solidFill>
              </a:defRPr>
            </a:pPr>
            <a:r>
              <a:t>5. SINIF BİLİŞİM TEKNOLOJİLERİ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646464"/>
                </a:solidFill>
              </a:defRPr>
            </a:pPr>
            <a:r>
              <a:t>Tam Yıl Sunumu (38 Hafta)</a:t>
            </a:r>
          </a:p>
          <a:p>
            <a:r>
              <a:t>2025-2026 Eğitim Yılı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🎯 Hoş Geldiniz!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5. Sınıf Bilişim Teknolojileri Dersine Hoş Geldiniz!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Bu yıl neler öğreneceğiz?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💻 Bilgisayar nasıl çalışır?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🎨 Dijital ürünler nasıl yapılır?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🤖 Yapay zeka nedir?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💻 Scratch ile oyun yapımı!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64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1: Bilişim Temelleri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1: Bilgisayar ve Bileşenleri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💻 Bilgisayar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Veri işleyen elektronik cihaz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Giriş → İşlem → Çıkış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Donanım Bileşenleri: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Kasa: Ana gövde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Ekran: Görüntü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Klavye: Yazı yazma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Mouse: İmleç kontrolü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Donanım Detayları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İçeridekiler: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🧠 İşlemci (CPU)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Bilgisayarın beyni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💾 RAM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Hızlı geçici bellek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💿 Harddisk/SSD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Kalıcı depolama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🎮 Ekran Kartı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Görüntü işleme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38EEA"/>
                </a:solidFill>
              </a:defRPr>
            </a:pPr>
            <a:r>
              <a:t>🎬 Video: Bilgisayar Nasıl Çalışır?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▶️</a:t>
            </a:r>
          </a:p>
          <a:p>
            <a:pPr algn="ctr">
              <a:defRPr sz="4800">
                <a:solidFill>
                  <a:srgbClr val="FFFFFF"/>
                </a:solidFill>
              </a:defRPr>
            </a:pPr>
          </a:p>
          <a:p>
            <a:pPr algn="ctr">
              <a:defRPr sz="4800">
                <a:solidFill>
                  <a:srgbClr val="FFFFFF"/>
                </a:solidFill>
              </a:defRPr>
            </a:pPr>
            <a:r>
              <a:t>VİDEO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İşlemci, RAM ve diskin birlikte nasıl çalıştığını gösteren animasyon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2: İşletim Sistemleri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💿 İşletim Sistemi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Donanım ve yazılım arasındaki köprü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Popüler İşletim Sistemleri: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🪟 Windows - En yaygın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🍎 macOS - Apple ürünleri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🐧 Linux - Açık kaynak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📱 Android &amp; iOS - Mobil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3: Dosya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📁 Dosya ve Klasör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Dosya: Bilgi saklayan birim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Klasör: Dosyaları düzenler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İsimlendirme Kuralları: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Anlamlı isim ver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Tarih ekle (2025-01-15_odev)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Özel karakter kullanma (?, *, /)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Düzen Örnekleri: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Dersler &gt; Bilisim &gt; Odev1.docx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B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2: Dijital Ürün Tasarımı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10: Microsoft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📝 Word ile Belge Oluşturma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Temel İşlemler: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Yazı yazma ve biçimlendirme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Resim ekleme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Tablo oluşturma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Sayfa düzeni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Kısayollar: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Ctrl + C → Kopyala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Ctrl + V → Yapıştır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Ctrl + Z → Geri 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11: Paint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🎨 Paint ile Çizim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Araçlar: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🖌️ Fırça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✏️ Kalem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⬜ Şekiller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🅰️ Metin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🌈 Renk seçici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İpucu: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Shift tuşu ile düzgün şekil çizin!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12: PowerPoint Başlangıç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🎬 Sunum Hazırlama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PowerPoint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Görsel sunumlar hazırlama aracı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Slayt Öğeleri: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Başlık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Metin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Resim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Video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Şekiller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Animasyonlar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İyi Sunum Özellikleri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YAPILMASI GEREKENLER: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Sade ve öz olmalı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Büyük font kullan (24+ punto)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Görsellerle destekle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Uyumlu renkler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Anahtar kelimeler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YAPILMAMASI GEREKENLER: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Çok yazı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Küçük font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Karışık renkler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Okumak zor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D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3: Ağlar ve İletişim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16: İnternet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🌐 İnternet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Dünya çapında bilgisayar ağı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Bağlantı Türleri: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📶 Wi-Fi - Kablosuz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🔌 Ethernet - Kablolu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📱 Mobil Veri - 4G/5G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Tarayıcılar: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Chrome, Firefox, Edge, Safari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17: E-posta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📧 E-posta Kullanımı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E-posta Bileşenleri: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Kime: Alıcı adresi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Konu: Başlık (önemli!)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Gövde: Mesajınız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Ek: Dosya ekleme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İpuçları: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Açık konu yazın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Saygılı dil kullanın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İmza ekleyin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4: Etik ve Güvenlik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19: Dijital Etik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🤝 Dijital Etik Kuralları: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1. Saygılı ol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2. Kişisel bilgi paylaşma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3. Telif hakkına saygı göster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4. Spam yapma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5. Siber zorbalık yapma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Telif Hakkı: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Başkasının eserini izinsiz kullanma!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Müzik, fotoğraf, yazı, kod...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20: 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🔒 Güçlü Şifre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Şifre Kuralları: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En az 8-12 karakter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Büyük harf (A-Z)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Küçük harf (a-z)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Rakam (0-9)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Sembol (!@#$%)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KULLANMAYIN: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123456, password, adınız, doğum tarihi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9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5: Yapay Zeka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21: Yapay Zeka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🤖 YZ Tanımı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Makinelerin insan gibi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düşünme yeteneği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Günlük Örnekler: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🎤 Siri / Alexa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🌐 Google Translate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🎬 Netflix önerileri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📸 Yüz tanıma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🎵 Spotify önerileri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İnsan vs Yapay Zeka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İnsan Zekası</a:t>
                      </a:r>
                    </a:p>
                  </a:txBody>
                  <a:tcPr>
                    <a:solidFill>
                      <a:srgbClr val="438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Yapay Zeka</a:t>
                      </a:r>
                    </a:p>
                  </a:txBody>
                  <a:tcPr>
                    <a:solidFill>
                      <a:srgbClr val="438E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Duygular 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Duygusuz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Yaratıcı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Öğrenileni yapar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Yorulur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Yorulmaz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Esnek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Kurallara bağlı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Öğrenme yavaş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Öğrenme hızlı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38EEA"/>
                </a:solidFill>
              </a:defRPr>
            </a:pPr>
            <a:r>
              <a:t>🎬 Video: YZ Nasıl Çalışır?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▶️</a:t>
            </a:r>
          </a:p>
          <a:p>
            <a:pPr algn="ctr">
              <a:defRPr sz="4800">
                <a:solidFill>
                  <a:srgbClr val="FFFFFF"/>
                </a:solidFill>
              </a:defRPr>
            </a:pPr>
          </a:p>
          <a:p>
            <a:pPr algn="ctr">
              <a:defRPr sz="4800">
                <a:solidFill>
                  <a:srgbClr val="FFFFFF"/>
                </a:solidFill>
              </a:defRPr>
            </a:pPr>
            <a:r>
              <a:t>VİDEO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Yapay zekanın öğrenme sürecini gösteren animasyon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9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6: Scratch Programlama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25: Algoritma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🧩 Algoritma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Adım adım talimatlar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Örnek: Çay Yapma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Çaydanlığı al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Su doldur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Ocağa koy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Yak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5. Kaynasın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6. Çay koy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7. İç 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26: Scratch Tanıtım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💻 Scratch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Blok tabanlı programlama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MIT tarafından geliştirildi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8-16 yaş için ideal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Ücretsiz!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Web: scratch.mit.edu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Ne yapılabilir?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🎮 Oyunlar, 🎬 Animasyonlar,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📖 Hikayeler, 🎨 Sanat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Scratch Arayüzü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Bileşenler: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1️⃣ SAHNE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Karakterlerin oynadığı yer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2️⃣ SPRITE (Karakter)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Oyundaki nesneler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3️⃣ BLOKLAR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Komutlar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4️⃣ KOD ALANI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Blokları birleştirdiğimiz 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27: Hareket Blokları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🏃 Hareket Blokları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[10 adım git]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İlerle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[15 derece dön]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Dön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[x:0 y:0 git]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Konuma git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Koordinatlar: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x: Sağ-Sol (-240 ~ +240)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y: Yukarı-Aşağı (-180 ~ +180)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29: Döngüler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🔁 Döngü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Tekrar tekrar yapma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Döngü Türleri: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[Sonsuza kadar]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Hiç durma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[10 kez tekrarla]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Belirli sayıda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Örnek: Kare Çiz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[4 kez tekrarla]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[100 adım git]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[90 derece dön]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30: Koşullar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❓ Koşul (If-Else)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Duruma göre karar ver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Örnek 1: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&lt;EĞER [kenara değdi?]&gt;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[geri dön]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Örnek 2: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&lt;EĞER &lt;puan &gt; 50&gt;&gt;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[Kazandın! söyle]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&lt;DEĞİLSE&gt;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[Kaybettin! söyle]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31: Değişkenler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📦 Değişken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Bilgi saklayan kutu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Örnekler: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Puan = 100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Hız = 50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İsim = Ahmet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İşlemler: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[Puan] değişkenini [10] yap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[Puan] değişkenini [5] arttır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[Puan] göster/gizle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33: Listeler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📋 Liste Nedir?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Birden fazla değer saklama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Örnek: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Meyveler = [Elma, Muz, Portakal, Çilek]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İşlemler: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[Elma] öğesini listeye ekle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Listeden [1] numaralı öğeyi sil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Listeden rastgele öğe seç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Hafta 35: Oyun Projesi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🎮 Platform Oyunu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Özellikler: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Karakter kontrolü (WASD)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Zıplama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Yer çekimi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Engeller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Coin toplama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Puan sistemi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Can sistemi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38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78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6478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8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🎉 Tebrikler!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Bu Yıl Öğrendikleriniz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Bilgisayar temelleri ve donanım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İşletim sistemleri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Office programları (Word, Paint, PowerPoint)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İnternet ve iletişim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Dijital etik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Siber güvenlik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Yapay zeka temelleri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Scratch programlama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Oyun geliştirme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🏆 Artık Bir Programcısınız!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Bilişim Teknolojileri Sertifikanız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Gelecek Yıl: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Daha ileri programlama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Video düzenleme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Web tasarımı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Mobil uygulama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Robotik kodlama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Kodlamaya devam edin! 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438EEA"/>
                </a:solidFill>
              </a:defRPr>
            </a:pPr>
            <a:r>
              <a:t>📚 Faydalı 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Scratch: scratch.mit.edu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Code.org: code.org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Khan Academy: tr.khanacademy.org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TÜBİTAK: tubitak.gov.tr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📺 YouTube: 'Scratch Türkçe' ara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İyi çalışmalar! 🌟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Kodlayarak Geleceği Şekillendiriyoruz!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