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>
                <a:solidFill>
                  <a:srgbClr val="438EEA"/>
                </a:solidFill>
              </a:defRPr>
            </a:pPr>
            <a:r>
              <a:t>5. SINIF BİLİŞİM TEKNOLOJİLERİ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3200">
                <a:solidFill>
                  <a:srgbClr val="646464"/>
                </a:solidFill>
              </a:defRPr>
            </a:pPr>
            <a:r>
              <a:t>Tam Yıl Sunumu (38 Hafta)</a:t>
            </a:r>
          </a:p>
          <a:p>
            <a:r>
              <a:t>2025-2026 Eğitim Yılı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🎯 Hoş Geldiniz!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5. Sınıf Bilişim Teknolojileri Dersine Hoş Geldiniz!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Bu yıl neler öğreneceğiz?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💻 Bilgisayar nasıl çalışır?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🎨 Dijital ürünler nasıl yapılır?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🤖 Yapay zeka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💻 Scratch ile oyun yapımı!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64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1: Bilişim Temelleri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1: Bilgisayar ve Bileşenleri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💻 Bilgisayar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Veri işleyen elektronik cihaz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Giriş → İşlem → Çıkış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Donanım Bileşenleri: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Kasa: Ana gövde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Ekran: Görüntü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Klavye: Yazı yazma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Mouse: İmleç kontrolü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Donanım Detayları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İçeridekiler: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🧠 İşlemci (CPU): Bilgisayarın beyni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💾 RAM: Hızlı bellek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💿 Harddisk/SSD: Kalıcı depolama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🎮 Ekran Kartı: Görüntü işleme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2: Yazılım ve İşletim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💿 Yazılım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Bilgisayara ne yapacağını söyleyen programlar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Yazılım Türleri: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Sistem Yazılımları: Windows, macOS, Linux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Uygulama Yazılımları: Word, Chrome, Oyunlar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İşletim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Windows: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En yaygın işletim sistemi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Kullanıcı dostu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Oyunlar ve programlar çok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Linux: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Açık kaynak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Güvenli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Ücretsiz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3: Dosya Yönetimi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📁 Dosya ve Klasör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Dosya: Bilgi saklayan birim (resim, belge, video)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Klasör: Dosyaları düzenler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İsimlendirme Kuralları: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Anlamlı isim ver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❌ Özel karakter kullanma (?, *, /)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Tarih ekle (2025-01-15_odev)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4B4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2: Dijital Ürün Tasarımı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10: Microsoft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📝 Word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Kelime işlemci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Belge oluşturma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Temel İşlemler: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Yazı yazma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Biçimlendirme (kalın, italik, renk)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Resim ekleme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Tablo oluşturma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Word İpuçları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Kısayollar: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Ctrl + C → Kopyala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Ctrl + V → Yapıştır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Ctrl + Z → Geri al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Ctrl + S → Kaydet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11: Paint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🎨 Paint ile Çizim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Basit çizim programı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Ücretsiz ve kolay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Araçlar: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Fırça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Kalem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Şekiller (daire, kare...)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Metin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12-14: PowerPoint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🎬 Sunum Hazırlama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PowerPoint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Sunum programı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Slaytlar oluşturma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Slayt Öğeleri: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Başlık, Metin, Resim, Video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İyi Sunum Özellikleri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Sade ve öz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Görsellerle desteklenmiş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Büyük font (en az 24 punto)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❌ Çok yazı yok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❌ Karışık renkler yok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4DC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3: Ağlar ve İletişim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16: İnternet ve Ağlar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🌐 İnternet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Dünya çapında bilgisayar ağı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Bilgi paylaşımı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Nasıl Bağlanırız?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Wi-Fi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Kablo (Ethernet)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Mobil veri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İnternet Tarayıcıları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Tarayıcı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Web sitelerine erişim programı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Örnekler: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Google Chrome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Mozilla Firefox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Microsoft Edge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Safari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17: E-posta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📧 E-posta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Elektronik mektup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Hızlı iletişim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E-posta Bileşenleri: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Kime: Alıcı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Konu: Başlık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Gövde: Mesaj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Ek: Dosya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3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4: Etik ve Güvenlik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19: Bilişim Etiği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🤝 Dijital Etik Kuralları: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Saygılı ol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Kişisel bilgi paylaşma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Telif hakkına saygı göster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4. Spam yapma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5. Zorbalık yapma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20: Siber Güvenlik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🔒 Güçlü Şifre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Olması gerekenler: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En az 8 karakter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Büyük harf (A-Z)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Küçük harf (a-z)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Rakam (0-9)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Sembol (!@#$)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Olmaması gerekenler: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❌ 123456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❌ password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❌ Adınız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296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5: Yapay Zeka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21: Yapay Zeka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🤖 YZ Tanımı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Makinelerin insan gibi düşünmesi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Öğrenme ve karar verme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Örnekler: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Siri / Alexa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Google Translate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Netflix önerileri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Yüz tanıma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İnsan vs Yapay Zeka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73152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İnsan Zekası</a:t>
                      </a:r>
                    </a:p>
                  </a:txBody>
                  <a:tcPr>
                    <a:solidFill>
                      <a:srgbClr val="438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Yapay Zeka</a:t>
                      </a:r>
                    </a:p>
                  </a:txBody>
                  <a:tcPr>
                    <a:solidFill>
                      <a:srgbClr val="438EE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Duygular var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Duygusuz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Yaratıcı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Öğrenileni yapar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Yorulur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Yorulmaz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Esnek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Kurallara bağlı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22: YZ Uygulamaları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Günlük Hayatta YZ: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🎵 Müzik önerileri (Spotify)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🎬 Film önerileri (Netflix)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🗺️ Navigasyon (Google Maps)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📸 Fotoğraf düzenleme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🎮 Oyun AI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9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📚 ÜNİTE 6: Scratch Programlama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25: Algoritma ve Programlama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🧩 Algoritma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Adım adım talimatlar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Problem çözme yöntemi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Örnek: Çay Yapma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Çaydanlığı al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Su doldur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Yak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4. Kayna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5. Çay koy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6. İç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26: Scratch ile Tanışma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💻 Scratch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Görsel programlama dili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MIT tarafından geliştirildi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Ücretsiz!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Web: scratch.mit.edu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Scratch Arayüzü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Bileşenler: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Sahne: Karakterlerin oynadığı yer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Sprite: Karakterler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3. Bloklar: Komutlar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4. Kod Alanı: Blokları birleştir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27: Hareket Blokları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🏃 Hareket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[10 adım git] → İlerle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[15 derece dön] → Dön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[x:0 y:0 git] → Konuma git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Koordinatlar: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x: Sağ-Sol (-240 ile +240)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y: Yukarı-Aşağı (-180 ile +180)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28: Ses ve Olaylar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🔊 Ses Blokları: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[pop sesi çal]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[müzik başlat]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⚡ Olay Blokları: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(Yeşil bayrak tıklandığında)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(boşluk tuşuna basıldığında)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(Bu sprite tıklandığında)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29: Döngüler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🔁 Döngü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Tekrar tekrar yapma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İki Tür: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Sonsuza kadar: Hiç durma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N kez tekrarla: Belirli sayıda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Örnek: Kare Çizme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[4 kez tekrarla]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  [100 adım git]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  [90 derece dön]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30: Koşullar (If-Else)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❓ Koşul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Duruma göre karar verme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Örnek: Kenara Çarpma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&lt;EĞER [kenara değdi mi?]&gt;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  [180 derece dön]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Örnek: Puan Kontrolü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&lt;EĞER &lt;[puan] &gt; [50]&gt;&gt;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  [Kazandın! söyle]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&lt;DEĞİLSE&gt;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  [Kaybettin! söyle]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31: Değişkenler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📦 Değişken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Bilgi saklayan kutu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İsimli hafıza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Örnekler: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Puan = 100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İsim = Ahmet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Hız =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32: Operatörler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➕➖✖️➗ Matematik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&lt; [5] + [3] &gt; → 8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&lt; [10] - [4] &gt; → 6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&lt; [7] * [6] &gt; → 42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&lt; [20] / [4] &gt; → 5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🎲 Rastgele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&lt; [1] ile [10] arası rastgele &gt;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33: Listeler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📋 Liste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Birden fazla değer saklama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Örnek: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Meyveler = [Elma, Muz, Portakal]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İşlemler: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Eleman ekle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Eleman sil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Rastgele seç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34: Klonlama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👥 Klon Nedir?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Sprite'ın kopyası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Çok obje yaratma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Kullanım Alanları: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Düşmanlar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Mermi/ateş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Yıldızlar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Partikül efektleri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35-36: İleri Projeler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🎮 Projeler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1. Platform Oyunu: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   Zıplama, Yer çekimi, Coin toplama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2. Quiz Oyunu: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   Sorular, Puan sistemi, Geri bildirim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Hafta 37: Proje Sunumu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🎤 Sunum Zamanı!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Ne sunuyoruz: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Projem ne yapar?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Hangi blokları kullandım?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En zorlandığım yer?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En beğendiğim özellik?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8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🎉 Tebrikler!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Bu Yıl Öğrendikleriniz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Bilgisayar temelleri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Office programları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İnternet ve iletişim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Siber güvenlik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Yapay zeka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✅ Scratch programlama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🏆 Sertifika Zamanı!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Artık bir programcısınız!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Gelecek yıl: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Daha ileri programlama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Video düzenleme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Web tasarımı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Ve çok daha fazlası!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Scratch: scratch.mit.edu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Code.org: code.org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Khan Academy: tr.khanacademy.org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TÜBİTAK: tubitak.gov.tr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438EEA"/>
                </a:solidFill>
              </a:defRPr>
            </a:pPr>
            <a:r>
              <a:t>📧 İletişim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Öğretmeninizle iletişime geçin!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İyi çalışmalar! 🚀</a:t>
            </a: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</a:p>
          <a:p>
            <a:pPr>
              <a:spcBef>
                <a:spcPts val="600"/>
              </a:spcBef>
              <a:defRPr sz="2400">
                <a:solidFill>
                  <a:srgbClr val="323232"/>
                </a:solidFill>
              </a:defRPr>
            </a:pPr>
            <a:r>
              <a:t>🌟 Kodlayarak Geleceği Şekillendiriyoruz! 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