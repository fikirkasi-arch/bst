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DC3232"/>
                </a:solidFill>
              </a:defRPr>
            </a:pPr>
            <a:r>
              <a:t>ÜNİTE 4: ETİK VE GÜVENLİK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Sınıf - 2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Dijital Etik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Saygılı iletişim</a:t>
            </a:r>
          </a:p>
          <a:p>
            <a:pPr>
              <a:defRPr sz="2000"/>
            </a:pPr>
            <a:r>
              <a:t>Telif hakkı</a:t>
            </a:r>
          </a:p>
          <a:p>
            <a:pPr>
              <a:defRPr sz="2000"/>
            </a:pPr>
            <a:r>
              <a:t>Gizlilik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DC3232"/>
                </a:solidFill>
              </a:defRPr>
            </a:pPr>
            <a:r>
              <a:t>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Güçlü şifre</a:t>
            </a:r>
          </a:p>
          <a:p>
            <a:pPr>
              <a:defRPr sz="2000"/>
            </a:pPr>
            <a:r>
              <a:t>Kişisel bilgi koruma</a:t>
            </a:r>
          </a:p>
          <a:p>
            <a:pPr>
              <a:defRPr sz="2000"/>
            </a:pPr>
            <a:r>
              <a:t>Güvenli internet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