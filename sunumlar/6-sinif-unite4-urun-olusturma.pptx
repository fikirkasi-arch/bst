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B464DC"/>
                </a:solidFill>
              </a:defRPr>
            </a:pPr>
            <a:r>
              <a:t>ÜNİTE 4: ÜRÜN OLUŞTURMA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6. Sınıf - 7 Hafta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464DC"/>
                </a:solidFill>
              </a:defRPr>
            </a:pPr>
            <a:r>
              <a:t>Grafik Tasarım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Tasarım ilkeleri</a:t>
            </a:r>
          </a:p>
          <a:p>
            <a:pPr>
              <a:defRPr sz="2000"/>
            </a:pPr>
            <a:r>
              <a:t>Canva</a:t>
            </a:r>
          </a:p>
          <a:p>
            <a:pPr>
              <a:defRPr sz="2000"/>
            </a:pPr>
            <a:r>
              <a:t>Renk teorisi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464DC"/>
                </a:solidFill>
              </a:defRPr>
            </a:pPr>
            <a:r>
              <a:t>Video Düzenleme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Video editörleri</a:t>
            </a:r>
          </a:p>
          <a:p>
            <a:pPr>
              <a:defRPr sz="2000"/>
            </a:pPr>
            <a:r>
              <a:t>Kırpma</a:t>
            </a:r>
          </a:p>
          <a:p>
            <a:pPr>
              <a:defRPr sz="2000"/>
            </a:pPr>
            <a:r>
              <a:t>Geçişler</a:t>
            </a:r>
          </a:p>
          <a:p>
            <a:pPr>
              <a:defRPr sz="2000"/>
            </a:pPr>
            <a:r>
              <a:t>Müzik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464DC"/>
                </a:solidFill>
              </a:defRPr>
            </a:pPr>
            <a:r>
              <a:t>Animasyon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2D/3D animasyon</a:t>
            </a:r>
          </a:p>
          <a:p>
            <a:pPr>
              <a:defRPr sz="2000"/>
            </a:pPr>
            <a:r>
              <a:t>Stop motion</a:t>
            </a:r>
          </a:p>
          <a:p>
            <a:pPr>
              <a:defRPr sz="2000"/>
            </a:pPr>
            <a:r>
              <a:t>FPS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464DC"/>
                </a:solidFill>
              </a:defRPr>
            </a:pPr>
            <a:r>
              <a:t>Podcast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Podcast nedir?</a:t>
            </a:r>
          </a:p>
          <a:p>
            <a:pPr>
              <a:defRPr sz="2000"/>
            </a:pPr>
            <a:r>
              <a:t>Audacity</a:t>
            </a:r>
          </a:p>
          <a:p>
            <a:pPr>
              <a:defRPr sz="2000"/>
            </a:pPr>
            <a:r>
              <a:t>Ses kaydı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464DC"/>
                </a:solidFill>
              </a:defRPr>
            </a:pPr>
            <a:r>
              <a:t>Web Sitesi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Google Sites</a:t>
            </a:r>
          </a:p>
          <a:p>
            <a:pPr>
              <a:defRPr sz="2000"/>
            </a:pPr>
            <a:r>
              <a:t>Web tasarım</a:t>
            </a:r>
          </a:p>
          <a:p>
            <a:pPr>
              <a:defRPr sz="2000"/>
            </a:pPr>
            <a:r>
              <a:t>Yayınlama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